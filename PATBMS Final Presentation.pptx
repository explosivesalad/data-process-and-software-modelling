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AAD313-D14C-4961-A221-57525368F0EF}" v="47" dt="2026-05-30T04:25:12.3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24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Yaacoub Abou Chlih" userId="f9fa65fd-08a6-48e8-9861-c59543729fcb" providerId="ADAL" clId="{108CA2E5-32F7-4F0E-BAFC-1AD0641155F9}"/>
    <pc:docChg chg="undo custSel addSld delSld modSld addMainMaster delMainMaster">
      <pc:chgData name="Mohammed Yaacoub Abou Chlih" userId="f9fa65fd-08a6-48e8-9861-c59543729fcb" providerId="ADAL" clId="{108CA2E5-32F7-4F0E-BAFC-1AD0641155F9}" dt="2026-05-30T04:31:10.834" v="4051" actId="20577"/>
      <pc:docMkLst>
        <pc:docMk/>
      </pc:docMkLst>
      <pc:sldChg chg="addSp delSp modSp mod setBg modClrScheme addAnim delAnim setClrOvrMap delDesignElem chgLayout">
        <pc:chgData name="Mohammed Yaacoub Abou Chlih" userId="f9fa65fd-08a6-48e8-9861-c59543729fcb" providerId="ADAL" clId="{108CA2E5-32F7-4F0E-BAFC-1AD0641155F9}" dt="2026-05-30T02:51:45.879" v="302" actId="27636"/>
        <pc:sldMkLst>
          <pc:docMk/>
          <pc:sldMk cId="1740857066" sldId="256"/>
        </pc:sldMkLst>
        <pc:spChg chg="mod">
          <ac:chgData name="Mohammed Yaacoub Abou Chlih" userId="f9fa65fd-08a6-48e8-9861-c59543729fcb" providerId="ADAL" clId="{108CA2E5-32F7-4F0E-BAFC-1AD0641155F9}" dt="2026-05-30T02:51:40.750" v="299" actId="1076"/>
          <ac:spMkLst>
            <pc:docMk/>
            <pc:sldMk cId="1740857066" sldId="256"/>
            <ac:spMk id="2" creationId="{244E890A-4A47-9A17-3544-44327FE4926D}"/>
          </ac:spMkLst>
        </pc:spChg>
        <pc:spChg chg="mod">
          <ac:chgData name="Mohammed Yaacoub Abou Chlih" userId="f9fa65fd-08a6-48e8-9861-c59543729fcb" providerId="ADAL" clId="{108CA2E5-32F7-4F0E-BAFC-1AD0641155F9}" dt="2026-05-30T02:51:45.879" v="302" actId="27636"/>
          <ac:spMkLst>
            <pc:docMk/>
            <pc:sldMk cId="1740857066" sldId="256"/>
            <ac:spMk id="3" creationId="{B99EB402-B37A-2DC1-C053-6E89501F72C3}"/>
          </ac:spMkLst>
        </pc:spChg>
        <pc:spChg chg="add mod">
          <ac:chgData name="Mohammed Yaacoub Abou Chlih" userId="f9fa65fd-08a6-48e8-9861-c59543729fcb" providerId="ADAL" clId="{108CA2E5-32F7-4F0E-BAFC-1AD0641155F9}" dt="2026-05-30T02:50:38.511" v="293" actId="26606"/>
          <ac:spMkLst>
            <pc:docMk/>
            <pc:sldMk cId="1740857066" sldId="256"/>
            <ac:spMk id="4" creationId="{9DC03315-528D-7C20-1ACC-8FCDCD3B98CC}"/>
          </ac:spMkLst>
        </pc:spChg>
        <pc:spChg chg="add del">
          <ac:chgData name="Mohammed Yaacoub Abou Chlih" userId="f9fa65fd-08a6-48e8-9861-c59543729fcb" providerId="ADAL" clId="{108CA2E5-32F7-4F0E-BAFC-1AD0641155F9}" dt="2026-05-30T02:50:38.511" v="293" actId="26606"/>
          <ac:spMkLst>
            <pc:docMk/>
            <pc:sldMk cId="1740857066" sldId="256"/>
            <ac:spMk id="6" creationId="{63A90EC9-618C-48B5-9BDE-A4A82571F876}"/>
          </ac:spMkLst>
        </pc:spChg>
        <pc:spChg chg="add del">
          <ac:chgData name="Mohammed Yaacoub Abou Chlih" userId="f9fa65fd-08a6-48e8-9861-c59543729fcb" providerId="ADAL" clId="{108CA2E5-32F7-4F0E-BAFC-1AD0641155F9}" dt="2026-05-30T02:50:38.511" v="293" actId="26606"/>
          <ac:spMkLst>
            <pc:docMk/>
            <pc:sldMk cId="1740857066" sldId="256"/>
            <ac:spMk id="7" creationId="{72EF3F9A-9717-4ACB-A30D-96694842C4F7}"/>
          </ac:spMkLst>
        </pc:spChg>
        <pc:spChg chg="add del">
          <ac:chgData name="Mohammed Yaacoub Abou Chlih" userId="f9fa65fd-08a6-48e8-9861-c59543729fcb" providerId="ADAL" clId="{108CA2E5-32F7-4F0E-BAFC-1AD0641155F9}" dt="2026-05-30T02:49:37.485" v="281" actId="26606"/>
          <ac:spMkLst>
            <pc:docMk/>
            <pc:sldMk cId="1740857066" sldId="256"/>
            <ac:spMk id="10" creationId="{19F9BF86-FE94-4517-B97D-026C7515E589}"/>
          </ac:spMkLst>
        </pc:spChg>
        <pc:spChg chg="add del">
          <ac:chgData name="Mohammed Yaacoub Abou Chlih" userId="f9fa65fd-08a6-48e8-9861-c59543729fcb" providerId="ADAL" clId="{108CA2E5-32F7-4F0E-BAFC-1AD0641155F9}" dt="2026-05-30T02:49:37.485" v="281" actId="26606"/>
          <ac:spMkLst>
            <pc:docMk/>
            <pc:sldMk cId="1740857066" sldId="256"/>
            <ac:spMk id="12" creationId="{122AB34F-E75C-451A-8410-05B6C249E9D3}"/>
          </ac:spMkLst>
        </pc:spChg>
        <pc:picChg chg="add del">
          <ac:chgData name="Mohammed Yaacoub Abou Chlih" userId="f9fa65fd-08a6-48e8-9861-c59543729fcb" providerId="ADAL" clId="{108CA2E5-32F7-4F0E-BAFC-1AD0641155F9}" dt="2026-05-30T02:49:37.485" v="281" actId="26606"/>
          <ac:picMkLst>
            <pc:docMk/>
            <pc:sldMk cId="1740857066" sldId="256"/>
            <ac:picMk id="5" creationId="{FB7D8AED-1EC8-CD76-FD1A-7508F2055A32}"/>
          </ac:picMkLst>
        </pc:picChg>
        <pc:picChg chg="add del">
          <ac:chgData name="Mohammed Yaacoub Abou Chlih" userId="f9fa65fd-08a6-48e8-9861-c59543729fcb" providerId="ADAL" clId="{108CA2E5-32F7-4F0E-BAFC-1AD0641155F9}" dt="2026-05-30T02:50:38.511" v="293" actId="26606"/>
          <ac:picMkLst>
            <pc:docMk/>
            <pc:sldMk cId="1740857066" sldId="256"/>
            <ac:picMk id="8" creationId="{37B6DE29-2DD9-5AC9-6ACC-430F128930C5}"/>
          </ac:picMkLst>
        </pc:picChg>
        <pc:cxnChg chg="add del">
          <ac:chgData name="Mohammed Yaacoub Abou Chlih" userId="f9fa65fd-08a6-48e8-9861-c59543729fcb" providerId="ADAL" clId="{108CA2E5-32F7-4F0E-BAFC-1AD0641155F9}" dt="2026-05-30T02:49:37.485" v="281" actId="26606"/>
          <ac:cxnSpMkLst>
            <pc:docMk/>
            <pc:sldMk cId="1740857066" sldId="256"/>
            <ac:cxnSpMk id="14" creationId="{97CC2FE6-3AD0-4131-B4BC-1F4D65E25E13}"/>
          </ac:cxnSpMkLst>
        </pc:cxnChg>
      </pc:sldChg>
      <pc:sldChg chg="modSp new mod">
        <pc:chgData name="Mohammed Yaacoub Abou Chlih" userId="f9fa65fd-08a6-48e8-9861-c59543729fcb" providerId="ADAL" clId="{108CA2E5-32F7-4F0E-BAFC-1AD0641155F9}" dt="2026-05-30T03:00:50.038" v="862" actId="1076"/>
        <pc:sldMkLst>
          <pc:docMk/>
          <pc:sldMk cId="346988713" sldId="257"/>
        </pc:sldMkLst>
        <pc:spChg chg="mod">
          <ac:chgData name="Mohammed Yaacoub Abou Chlih" userId="f9fa65fd-08a6-48e8-9861-c59543729fcb" providerId="ADAL" clId="{108CA2E5-32F7-4F0E-BAFC-1AD0641155F9}" dt="2026-05-30T02:52:47.157" v="344" actId="14100"/>
          <ac:spMkLst>
            <pc:docMk/>
            <pc:sldMk cId="346988713" sldId="257"/>
            <ac:spMk id="2" creationId="{8B31C013-AA98-BA97-31EC-B544C397BD70}"/>
          </ac:spMkLst>
        </pc:spChg>
        <pc:spChg chg="mod">
          <ac:chgData name="Mohammed Yaacoub Abou Chlih" userId="f9fa65fd-08a6-48e8-9861-c59543729fcb" providerId="ADAL" clId="{108CA2E5-32F7-4F0E-BAFC-1AD0641155F9}" dt="2026-05-30T03:00:50.038" v="862" actId="1076"/>
          <ac:spMkLst>
            <pc:docMk/>
            <pc:sldMk cId="346988713" sldId="257"/>
            <ac:spMk id="3" creationId="{CD0DD54B-31A1-65A3-55ED-FC205877603B}"/>
          </ac:spMkLst>
        </pc:spChg>
      </pc:sldChg>
      <pc:sldChg chg="new del">
        <pc:chgData name="Mohammed Yaacoub Abou Chlih" userId="f9fa65fd-08a6-48e8-9861-c59543729fcb" providerId="ADAL" clId="{108CA2E5-32F7-4F0E-BAFC-1AD0641155F9}" dt="2026-05-30T02:52:14.125" v="306" actId="2696"/>
        <pc:sldMkLst>
          <pc:docMk/>
          <pc:sldMk cId="624433037" sldId="257"/>
        </pc:sldMkLst>
      </pc:sldChg>
      <pc:sldChg chg="new del">
        <pc:chgData name="Mohammed Yaacoub Abou Chlih" userId="f9fa65fd-08a6-48e8-9861-c59543729fcb" providerId="ADAL" clId="{108CA2E5-32F7-4F0E-BAFC-1AD0641155F9}" dt="2026-05-30T02:52:03.785" v="304" actId="2696"/>
        <pc:sldMkLst>
          <pc:docMk/>
          <pc:sldMk cId="1053959349" sldId="257"/>
        </pc:sldMkLst>
      </pc:sldChg>
      <pc:sldChg chg="modSp new del mod">
        <pc:chgData name="Mohammed Yaacoub Abou Chlih" userId="f9fa65fd-08a6-48e8-9861-c59543729fcb" providerId="ADAL" clId="{108CA2E5-32F7-4F0E-BAFC-1AD0641155F9}" dt="2026-05-30T02:52:22.822" v="316" actId="2696"/>
        <pc:sldMkLst>
          <pc:docMk/>
          <pc:sldMk cId="2289694528" sldId="257"/>
        </pc:sldMkLst>
        <pc:spChg chg="mod">
          <ac:chgData name="Mohammed Yaacoub Abou Chlih" userId="f9fa65fd-08a6-48e8-9861-c59543729fcb" providerId="ADAL" clId="{108CA2E5-32F7-4F0E-BAFC-1AD0641155F9}" dt="2026-05-30T02:52:19.407" v="315" actId="20577"/>
          <ac:spMkLst>
            <pc:docMk/>
            <pc:sldMk cId="2289694528" sldId="257"/>
            <ac:spMk id="2" creationId="{00587F67-1243-8363-DCFC-ABB17B04007D}"/>
          </ac:spMkLst>
        </pc:spChg>
      </pc:sldChg>
      <pc:sldChg chg="addSp delSp modSp new mod setBg">
        <pc:chgData name="Mohammed Yaacoub Abou Chlih" userId="f9fa65fd-08a6-48e8-9861-c59543729fcb" providerId="ADAL" clId="{108CA2E5-32F7-4F0E-BAFC-1AD0641155F9}" dt="2026-05-30T03:13:05.905" v="1286" actId="20577"/>
        <pc:sldMkLst>
          <pc:docMk/>
          <pc:sldMk cId="811425365" sldId="258"/>
        </pc:sldMkLst>
        <pc:spChg chg="del mod">
          <ac:chgData name="Mohammed Yaacoub Abou Chlih" userId="f9fa65fd-08a6-48e8-9861-c59543729fcb" providerId="ADAL" clId="{108CA2E5-32F7-4F0E-BAFC-1AD0641155F9}" dt="2026-05-30T03:10:08.017" v="915" actId="21"/>
          <ac:spMkLst>
            <pc:docMk/>
            <pc:sldMk cId="811425365" sldId="258"/>
            <ac:spMk id="2" creationId="{64008B34-3023-87F5-35A4-1793E8F46F72}"/>
          </ac:spMkLst>
        </pc:spChg>
        <pc:spChg chg="mod ord">
          <ac:chgData name="Mohammed Yaacoub Abou Chlih" userId="f9fa65fd-08a6-48e8-9861-c59543729fcb" providerId="ADAL" clId="{108CA2E5-32F7-4F0E-BAFC-1AD0641155F9}" dt="2026-05-30T03:10:46.954" v="951" actId="14100"/>
          <ac:spMkLst>
            <pc:docMk/>
            <pc:sldMk cId="811425365" sldId="258"/>
            <ac:spMk id="3" creationId="{EB29A035-513F-2C86-B42C-8BEDF7A19CC0}"/>
          </ac:spMkLst>
        </pc:spChg>
        <pc:spChg chg="add mod">
          <ac:chgData name="Mohammed Yaacoub Abou Chlih" userId="f9fa65fd-08a6-48e8-9861-c59543729fcb" providerId="ADAL" clId="{108CA2E5-32F7-4F0E-BAFC-1AD0641155F9}" dt="2026-05-30T03:13:05.905" v="1286" actId="20577"/>
          <ac:spMkLst>
            <pc:docMk/>
            <pc:sldMk cId="811425365" sldId="258"/>
            <ac:spMk id="8" creationId="{FFAD2CC5-8F63-3229-D76D-362C394B14A1}"/>
          </ac:spMkLst>
        </pc:spChg>
        <pc:spChg chg="add">
          <ac:chgData name="Mohammed Yaacoub Abou Chlih" userId="f9fa65fd-08a6-48e8-9861-c59543729fcb" providerId="ADAL" clId="{108CA2E5-32F7-4F0E-BAFC-1AD0641155F9}" dt="2026-05-30T03:05:47.986" v="893" actId="26606"/>
          <ac:spMkLst>
            <pc:docMk/>
            <pc:sldMk cId="811425365" sldId="258"/>
            <ac:spMk id="10" creationId="{B9403C7F-76AE-4587-92A2-D4E41EBE68BD}"/>
          </ac:spMkLst>
        </pc:spChg>
        <pc:grpChg chg="add">
          <ac:chgData name="Mohammed Yaacoub Abou Chlih" userId="f9fa65fd-08a6-48e8-9861-c59543729fcb" providerId="ADAL" clId="{108CA2E5-32F7-4F0E-BAFC-1AD0641155F9}" dt="2026-05-30T03:05:47.986" v="893" actId="26606"/>
          <ac:grpSpMkLst>
            <pc:docMk/>
            <pc:sldMk cId="811425365" sldId="258"/>
            <ac:grpSpMk id="12" creationId="{D6C71778-3DDA-4748-AEBB-2A4B75016325}"/>
          </ac:grpSpMkLst>
        </pc:grpChg>
        <pc:picChg chg="add del mod">
          <ac:chgData name="Mohammed Yaacoub Abou Chlih" userId="f9fa65fd-08a6-48e8-9861-c59543729fcb" providerId="ADAL" clId="{108CA2E5-32F7-4F0E-BAFC-1AD0641155F9}" dt="2026-05-30T03:08:35.767" v="906" actId="478"/>
          <ac:picMkLst>
            <pc:docMk/>
            <pc:sldMk cId="811425365" sldId="258"/>
            <ac:picMk id="5" creationId="{9EA2EA11-137B-B33C-76D1-70BFD6F6EC54}"/>
          </ac:picMkLst>
        </pc:picChg>
        <pc:picChg chg="add mod">
          <ac:chgData name="Mohammed Yaacoub Abou Chlih" userId="f9fa65fd-08a6-48e8-9861-c59543729fcb" providerId="ADAL" clId="{108CA2E5-32F7-4F0E-BAFC-1AD0641155F9}" dt="2026-05-30T03:08:53.232" v="909" actId="1076"/>
          <ac:picMkLst>
            <pc:docMk/>
            <pc:sldMk cId="811425365" sldId="258"/>
            <ac:picMk id="7" creationId="{13676229-5BE6-D0AC-456D-FD68655F13E1}"/>
          </ac:picMkLst>
        </pc:picChg>
      </pc:sldChg>
      <pc:sldChg chg="addSp delSp modSp new mod">
        <pc:chgData name="Mohammed Yaacoub Abou Chlih" userId="f9fa65fd-08a6-48e8-9861-c59543729fcb" providerId="ADAL" clId="{108CA2E5-32F7-4F0E-BAFC-1AD0641155F9}" dt="2026-05-30T03:16:32.500" v="1808" actId="207"/>
        <pc:sldMkLst>
          <pc:docMk/>
          <pc:sldMk cId="195294326" sldId="259"/>
        </pc:sldMkLst>
        <pc:spChg chg="del mod">
          <ac:chgData name="Mohammed Yaacoub Abou Chlih" userId="f9fa65fd-08a6-48e8-9861-c59543729fcb" providerId="ADAL" clId="{108CA2E5-32F7-4F0E-BAFC-1AD0641155F9}" dt="2026-05-30T03:13:37.559" v="1292" actId="21"/>
          <ac:spMkLst>
            <pc:docMk/>
            <pc:sldMk cId="195294326" sldId="259"/>
            <ac:spMk id="2" creationId="{886AC020-CECD-9305-549F-B1578C23E5E4}"/>
          </ac:spMkLst>
        </pc:spChg>
        <pc:spChg chg="mod">
          <ac:chgData name="Mohammed Yaacoub Abou Chlih" userId="f9fa65fd-08a6-48e8-9861-c59543729fcb" providerId="ADAL" clId="{108CA2E5-32F7-4F0E-BAFC-1AD0641155F9}" dt="2026-05-30T03:16:32.500" v="1808" actId="207"/>
          <ac:spMkLst>
            <pc:docMk/>
            <pc:sldMk cId="195294326" sldId="259"/>
            <ac:spMk id="3" creationId="{CA5726AB-E0FD-0947-49B7-6E0DFE4F5B6E}"/>
          </ac:spMkLst>
        </pc:spChg>
        <pc:spChg chg="add del mod">
          <ac:chgData name="Mohammed Yaacoub Abou Chlih" userId="f9fa65fd-08a6-48e8-9861-c59543729fcb" providerId="ADAL" clId="{108CA2E5-32F7-4F0E-BAFC-1AD0641155F9}" dt="2026-05-30T03:13:40.035" v="1293" actId="21"/>
          <ac:spMkLst>
            <pc:docMk/>
            <pc:sldMk cId="195294326" sldId="259"/>
            <ac:spMk id="5" creationId="{2769BDEC-F5C1-EA80-1FC0-F26C77049456}"/>
          </ac:spMkLst>
        </pc:spChg>
        <pc:spChg chg="add mod">
          <ac:chgData name="Mohammed Yaacoub Abou Chlih" userId="f9fa65fd-08a6-48e8-9861-c59543729fcb" providerId="ADAL" clId="{108CA2E5-32F7-4F0E-BAFC-1AD0641155F9}" dt="2026-05-30T03:14:19.098" v="1329" actId="1076"/>
          <ac:spMkLst>
            <pc:docMk/>
            <pc:sldMk cId="195294326" sldId="259"/>
            <ac:spMk id="6" creationId="{3BB845F3-1FE8-4CEC-126C-8B592A432C13}"/>
          </ac:spMkLst>
        </pc:spChg>
      </pc:sldChg>
      <pc:sldChg chg="addSp delSp modSp new mod">
        <pc:chgData name="Mohammed Yaacoub Abou Chlih" userId="f9fa65fd-08a6-48e8-9861-c59543729fcb" providerId="ADAL" clId="{108CA2E5-32F7-4F0E-BAFC-1AD0641155F9}" dt="2026-05-30T03:54:44.200" v="2322" actId="1076"/>
        <pc:sldMkLst>
          <pc:docMk/>
          <pc:sldMk cId="2725543371" sldId="260"/>
        </pc:sldMkLst>
        <pc:spChg chg="add mod">
          <ac:chgData name="Mohammed Yaacoub Abou Chlih" userId="f9fa65fd-08a6-48e8-9861-c59543729fcb" providerId="ADAL" clId="{108CA2E5-32F7-4F0E-BAFC-1AD0641155F9}" dt="2026-05-30T03:42:43.522" v="2042" actId="1076"/>
          <ac:spMkLst>
            <pc:docMk/>
            <pc:sldMk cId="2725543371" sldId="260"/>
            <ac:spMk id="12" creationId="{3CB0CD04-7097-48CE-3623-CAAE4D6D2F19}"/>
          </ac:spMkLst>
        </pc:spChg>
        <pc:spChg chg="add mod">
          <ac:chgData name="Mohammed Yaacoub Abou Chlih" userId="f9fa65fd-08a6-48e8-9861-c59543729fcb" providerId="ADAL" clId="{108CA2E5-32F7-4F0E-BAFC-1AD0641155F9}" dt="2026-05-30T03:42:47.567" v="2043" actId="1076"/>
          <ac:spMkLst>
            <pc:docMk/>
            <pc:sldMk cId="2725543371" sldId="260"/>
            <ac:spMk id="13" creationId="{0D8FE3BE-23D9-BDE8-6C2E-C3A1A04D5056}"/>
          </ac:spMkLst>
        </pc:spChg>
        <pc:spChg chg="add mod">
          <ac:chgData name="Mohammed Yaacoub Abou Chlih" userId="f9fa65fd-08a6-48e8-9861-c59543729fcb" providerId="ADAL" clId="{108CA2E5-32F7-4F0E-BAFC-1AD0641155F9}" dt="2026-05-30T03:53:30.488" v="2225" actId="1076"/>
          <ac:spMkLst>
            <pc:docMk/>
            <pc:sldMk cId="2725543371" sldId="260"/>
            <ac:spMk id="14" creationId="{0176EB8C-03F4-0D60-B04B-E63551732AEE}"/>
          </ac:spMkLst>
        </pc:spChg>
        <pc:spChg chg="add mod">
          <ac:chgData name="Mohammed Yaacoub Abou Chlih" userId="f9fa65fd-08a6-48e8-9861-c59543729fcb" providerId="ADAL" clId="{108CA2E5-32F7-4F0E-BAFC-1AD0641155F9}" dt="2026-05-30T03:53:42.402" v="2228" actId="1076"/>
          <ac:spMkLst>
            <pc:docMk/>
            <pc:sldMk cId="2725543371" sldId="260"/>
            <ac:spMk id="15" creationId="{A98567F8-6D87-1386-A839-B5B6F07A0AA8}"/>
          </ac:spMkLst>
        </pc:spChg>
        <pc:spChg chg="add mod">
          <ac:chgData name="Mohammed Yaacoub Abou Chlih" userId="f9fa65fd-08a6-48e8-9861-c59543729fcb" providerId="ADAL" clId="{108CA2E5-32F7-4F0E-BAFC-1AD0641155F9}" dt="2026-05-30T03:54:44.200" v="2322" actId="1076"/>
          <ac:spMkLst>
            <pc:docMk/>
            <pc:sldMk cId="2725543371" sldId="260"/>
            <ac:spMk id="16" creationId="{CCEE7550-76E2-502A-CFCB-F9D06F1147B0}"/>
          </ac:spMkLst>
        </pc:spChg>
        <pc:picChg chg="add mod">
          <ac:chgData name="Mohammed Yaacoub Abou Chlih" userId="f9fa65fd-08a6-48e8-9861-c59543729fcb" providerId="ADAL" clId="{108CA2E5-32F7-4F0E-BAFC-1AD0641155F9}" dt="2026-05-30T03:52:37.835" v="2214" actId="14100"/>
          <ac:picMkLst>
            <pc:docMk/>
            <pc:sldMk cId="2725543371" sldId="260"/>
            <ac:picMk id="3" creationId="{16D0767D-764F-6B8F-12EF-BE70DA55C943}"/>
          </ac:picMkLst>
        </pc:picChg>
        <pc:picChg chg="add mod">
          <ac:chgData name="Mohammed Yaacoub Abou Chlih" userId="f9fa65fd-08a6-48e8-9861-c59543729fcb" providerId="ADAL" clId="{108CA2E5-32F7-4F0E-BAFC-1AD0641155F9}" dt="2026-05-30T03:53:35.465" v="2227" actId="1076"/>
          <ac:picMkLst>
            <pc:docMk/>
            <pc:sldMk cId="2725543371" sldId="260"/>
            <ac:picMk id="5" creationId="{B5792326-1472-EDCD-AB40-B92A9C75B0BD}"/>
          </ac:picMkLst>
        </pc:picChg>
        <pc:picChg chg="add mod">
          <ac:chgData name="Mohammed Yaacoub Abou Chlih" userId="f9fa65fd-08a6-48e8-9861-c59543729fcb" providerId="ADAL" clId="{108CA2E5-32F7-4F0E-BAFC-1AD0641155F9}" dt="2026-05-30T03:38:53.957" v="1829" actId="14100"/>
          <ac:picMkLst>
            <pc:docMk/>
            <pc:sldMk cId="2725543371" sldId="260"/>
            <ac:picMk id="7" creationId="{0FFF7F76-5D79-C9DA-3B94-CB59E5260A18}"/>
          </ac:picMkLst>
        </pc:picChg>
        <pc:picChg chg="add mod">
          <ac:chgData name="Mohammed Yaacoub Abou Chlih" userId="f9fa65fd-08a6-48e8-9861-c59543729fcb" providerId="ADAL" clId="{108CA2E5-32F7-4F0E-BAFC-1AD0641155F9}" dt="2026-05-30T03:52:41.019" v="2215" actId="1076"/>
          <ac:picMkLst>
            <pc:docMk/>
            <pc:sldMk cId="2725543371" sldId="260"/>
            <ac:picMk id="9" creationId="{9639B8AE-E4E3-DCA9-3E72-61F03CBD7DAA}"/>
          </ac:picMkLst>
        </pc:picChg>
        <pc:picChg chg="add del mod">
          <ac:chgData name="Mohammed Yaacoub Abou Chlih" userId="f9fa65fd-08a6-48e8-9861-c59543729fcb" providerId="ADAL" clId="{108CA2E5-32F7-4F0E-BAFC-1AD0641155F9}" dt="2026-05-30T03:39:13.585" v="1836" actId="21"/>
          <ac:picMkLst>
            <pc:docMk/>
            <pc:sldMk cId="2725543371" sldId="260"/>
            <ac:picMk id="11" creationId="{7F9CB307-C56D-DC64-D4E5-2B76AE6E9216}"/>
          </ac:picMkLst>
        </pc:picChg>
      </pc:sldChg>
      <pc:sldChg chg="addSp delSp modSp new mod">
        <pc:chgData name="Mohammed Yaacoub Abou Chlih" userId="f9fa65fd-08a6-48e8-9861-c59543729fcb" providerId="ADAL" clId="{108CA2E5-32F7-4F0E-BAFC-1AD0641155F9}" dt="2026-05-30T03:58:02.378" v="2886" actId="14100"/>
        <pc:sldMkLst>
          <pc:docMk/>
          <pc:sldMk cId="2598714302" sldId="261"/>
        </pc:sldMkLst>
        <pc:spChg chg="del">
          <ac:chgData name="Mohammed Yaacoub Abou Chlih" userId="f9fa65fd-08a6-48e8-9861-c59543729fcb" providerId="ADAL" clId="{108CA2E5-32F7-4F0E-BAFC-1AD0641155F9}" dt="2026-05-30T03:55:35.262" v="2324" actId="21"/>
          <ac:spMkLst>
            <pc:docMk/>
            <pc:sldMk cId="2598714302" sldId="261"/>
            <ac:spMk id="2" creationId="{75623894-8E03-F67C-84EC-F1824A240161}"/>
          </ac:spMkLst>
        </pc:spChg>
        <pc:spChg chg="mod">
          <ac:chgData name="Mohammed Yaacoub Abou Chlih" userId="f9fa65fd-08a6-48e8-9861-c59543729fcb" providerId="ADAL" clId="{108CA2E5-32F7-4F0E-BAFC-1AD0641155F9}" dt="2026-05-30T03:58:02.378" v="2886" actId="14100"/>
          <ac:spMkLst>
            <pc:docMk/>
            <pc:sldMk cId="2598714302" sldId="261"/>
            <ac:spMk id="3" creationId="{922D7D68-2D65-2815-D3F3-4EFC6B50B62E}"/>
          </ac:spMkLst>
        </pc:spChg>
        <pc:spChg chg="add mod">
          <ac:chgData name="Mohammed Yaacoub Abou Chlih" userId="f9fa65fd-08a6-48e8-9861-c59543729fcb" providerId="ADAL" clId="{108CA2E5-32F7-4F0E-BAFC-1AD0641155F9}" dt="2026-05-30T03:55:54.988" v="2363" actId="255"/>
          <ac:spMkLst>
            <pc:docMk/>
            <pc:sldMk cId="2598714302" sldId="261"/>
            <ac:spMk id="4" creationId="{FA603475-8D05-3D2F-397C-B8F6827666A7}"/>
          </ac:spMkLst>
        </pc:spChg>
      </pc:sldChg>
      <pc:sldChg chg="addSp delSp modSp new mod">
        <pc:chgData name="Mohammed Yaacoub Abou Chlih" userId="f9fa65fd-08a6-48e8-9861-c59543729fcb" providerId="ADAL" clId="{108CA2E5-32F7-4F0E-BAFC-1AD0641155F9}" dt="2026-05-30T04:21:35.217" v="3235" actId="14100"/>
        <pc:sldMkLst>
          <pc:docMk/>
          <pc:sldMk cId="2644461783" sldId="262"/>
        </pc:sldMkLst>
        <pc:spChg chg="del">
          <ac:chgData name="Mohammed Yaacoub Abou Chlih" userId="f9fa65fd-08a6-48e8-9861-c59543729fcb" providerId="ADAL" clId="{108CA2E5-32F7-4F0E-BAFC-1AD0641155F9}" dt="2026-05-30T04:15:10.535" v="2888" actId="21"/>
          <ac:spMkLst>
            <pc:docMk/>
            <pc:sldMk cId="2644461783" sldId="262"/>
            <ac:spMk id="2" creationId="{0F377867-BB3B-C573-A526-4AA65B029867}"/>
          </ac:spMkLst>
        </pc:spChg>
        <pc:spChg chg="mod">
          <ac:chgData name="Mohammed Yaacoub Abou Chlih" userId="f9fa65fd-08a6-48e8-9861-c59543729fcb" providerId="ADAL" clId="{108CA2E5-32F7-4F0E-BAFC-1AD0641155F9}" dt="2026-05-30T04:15:42.871" v="2923" actId="1076"/>
          <ac:spMkLst>
            <pc:docMk/>
            <pc:sldMk cId="2644461783" sldId="262"/>
            <ac:spMk id="3" creationId="{A79391CE-BBF5-BCCB-5F44-0F6A78BE8075}"/>
          </ac:spMkLst>
        </pc:spChg>
        <pc:graphicFrameChg chg="add mod modGraphic">
          <ac:chgData name="Mohammed Yaacoub Abou Chlih" userId="f9fa65fd-08a6-48e8-9861-c59543729fcb" providerId="ADAL" clId="{108CA2E5-32F7-4F0E-BAFC-1AD0641155F9}" dt="2026-05-30T04:21:35.217" v="3235" actId="14100"/>
          <ac:graphicFrameMkLst>
            <pc:docMk/>
            <pc:sldMk cId="2644461783" sldId="262"/>
            <ac:graphicFrameMk id="4" creationId="{B380F10B-92F0-E0E8-BE76-3508B4EEF3A5}"/>
          </ac:graphicFrameMkLst>
        </pc:graphicFrameChg>
      </pc:sldChg>
      <pc:sldChg chg="addSp delSp modSp new mod">
        <pc:chgData name="Mohammed Yaacoub Abou Chlih" userId="f9fa65fd-08a6-48e8-9861-c59543729fcb" providerId="ADAL" clId="{108CA2E5-32F7-4F0E-BAFC-1AD0641155F9}" dt="2026-05-30T04:31:10.834" v="4051" actId="20577"/>
        <pc:sldMkLst>
          <pc:docMk/>
          <pc:sldMk cId="2242792086" sldId="263"/>
        </pc:sldMkLst>
        <pc:spChg chg="del">
          <ac:chgData name="Mohammed Yaacoub Abou Chlih" userId="f9fa65fd-08a6-48e8-9861-c59543729fcb" providerId="ADAL" clId="{108CA2E5-32F7-4F0E-BAFC-1AD0641155F9}" dt="2026-05-30T04:24:15.228" v="3237" actId="21"/>
          <ac:spMkLst>
            <pc:docMk/>
            <pc:sldMk cId="2242792086" sldId="263"/>
            <ac:spMk id="2" creationId="{EEAD56C9-E416-1B65-6D26-A32591044A76}"/>
          </ac:spMkLst>
        </pc:spChg>
        <pc:spChg chg="mod">
          <ac:chgData name="Mohammed Yaacoub Abou Chlih" userId="f9fa65fd-08a6-48e8-9861-c59543729fcb" providerId="ADAL" clId="{108CA2E5-32F7-4F0E-BAFC-1AD0641155F9}" dt="2026-05-30T04:24:44.639" v="3288" actId="14100"/>
          <ac:spMkLst>
            <pc:docMk/>
            <pc:sldMk cId="2242792086" sldId="263"/>
            <ac:spMk id="3" creationId="{C977A63F-A6B4-FE22-B9FF-B3F647F64C23}"/>
          </ac:spMkLst>
        </pc:spChg>
        <pc:spChg chg="add mod">
          <ac:chgData name="Mohammed Yaacoub Abou Chlih" userId="f9fa65fd-08a6-48e8-9861-c59543729fcb" providerId="ADAL" clId="{108CA2E5-32F7-4F0E-BAFC-1AD0641155F9}" dt="2026-05-30T04:31:10.834" v="4051" actId="20577"/>
          <ac:spMkLst>
            <pc:docMk/>
            <pc:sldMk cId="2242792086" sldId="263"/>
            <ac:spMk id="4" creationId="{64D1738E-790B-22E5-35CE-F33B9BEC5E08}"/>
          </ac:spMkLst>
        </pc:spChg>
      </pc:sldChg>
      <pc:sldMasterChg chg="add del addSldLayout delSldLayout">
        <pc:chgData name="Mohammed Yaacoub Abou Chlih" userId="f9fa65fd-08a6-48e8-9861-c59543729fcb" providerId="ADAL" clId="{108CA2E5-32F7-4F0E-BAFC-1AD0641155F9}" dt="2026-05-30T02:50:38.511" v="293" actId="26606"/>
        <pc:sldMasterMkLst>
          <pc:docMk/>
          <pc:sldMasterMk cId="2577835925" sldId="2147483660"/>
        </pc:sldMasterMkLst>
        <pc:sldLayoutChg chg="add del">
          <pc:chgData name="Mohammed Yaacoub Abou Chlih" userId="f9fa65fd-08a6-48e8-9861-c59543729fcb" providerId="ADAL" clId="{108CA2E5-32F7-4F0E-BAFC-1AD0641155F9}" dt="2026-05-30T02:50:38.511" v="293" actId="26606"/>
          <pc:sldLayoutMkLst>
            <pc:docMk/>
            <pc:sldMasterMk cId="2577835925" sldId="2147483660"/>
            <pc:sldLayoutMk cId="4002007224" sldId="2147483661"/>
          </pc:sldLayoutMkLst>
        </pc:sldLayoutChg>
        <pc:sldLayoutChg chg="add del">
          <pc:chgData name="Mohammed Yaacoub Abou Chlih" userId="f9fa65fd-08a6-48e8-9861-c59543729fcb" providerId="ADAL" clId="{108CA2E5-32F7-4F0E-BAFC-1AD0641155F9}" dt="2026-05-30T02:50:38.511" v="293" actId="26606"/>
          <pc:sldLayoutMkLst>
            <pc:docMk/>
            <pc:sldMasterMk cId="2577835925" sldId="2147483660"/>
            <pc:sldLayoutMk cId="49301623" sldId="2147483662"/>
          </pc:sldLayoutMkLst>
        </pc:sldLayoutChg>
        <pc:sldLayoutChg chg="add del">
          <pc:chgData name="Mohammed Yaacoub Abou Chlih" userId="f9fa65fd-08a6-48e8-9861-c59543729fcb" providerId="ADAL" clId="{108CA2E5-32F7-4F0E-BAFC-1AD0641155F9}" dt="2026-05-30T02:50:38.511" v="293" actId="26606"/>
          <pc:sldLayoutMkLst>
            <pc:docMk/>
            <pc:sldMasterMk cId="2577835925" sldId="2147483660"/>
            <pc:sldLayoutMk cId="3768126208" sldId="2147483663"/>
          </pc:sldLayoutMkLst>
        </pc:sldLayoutChg>
        <pc:sldLayoutChg chg="add del">
          <pc:chgData name="Mohammed Yaacoub Abou Chlih" userId="f9fa65fd-08a6-48e8-9861-c59543729fcb" providerId="ADAL" clId="{108CA2E5-32F7-4F0E-BAFC-1AD0641155F9}" dt="2026-05-30T02:50:38.511" v="293" actId="26606"/>
          <pc:sldLayoutMkLst>
            <pc:docMk/>
            <pc:sldMasterMk cId="2577835925" sldId="2147483660"/>
            <pc:sldLayoutMk cId="659128802" sldId="2147483664"/>
          </pc:sldLayoutMkLst>
        </pc:sldLayoutChg>
        <pc:sldLayoutChg chg="add del">
          <pc:chgData name="Mohammed Yaacoub Abou Chlih" userId="f9fa65fd-08a6-48e8-9861-c59543729fcb" providerId="ADAL" clId="{108CA2E5-32F7-4F0E-BAFC-1AD0641155F9}" dt="2026-05-30T02:50:38.511" v="293" actId="26606"/>
          <pc:sldLayoutMkLst>
            <pc:docMk/>
            <pc:sldMasterMk cId="2577835925" sldId="2147483660"/>
            <pc:sldLayoutMk cId="2175133601" sldId="2147483665"/>
          </pc:sldLayoutMkLst>
        </pc:sldLayoutChg>
        <pc:sldLayoutChg chg="add del">
          <pc:chgData name="Mohammed Yaacoub Abou Chlih" userId="f9fa65fd-08a6-48e8-9861-c59543729fcb" providerId="ADAL" clId="{108CA2E5-32F7-4F0E-BAFC-1AD0641155F9}" dt="2026-05-30T02:50:38.511" v="293" actId="26606"/>
          <pc:sldLayoutMkLst>
            <pc:docMk/>
            <pc:sldMasterMk cId="2577835925" sldId="2147483660"/>
            <pc:sldLayoutMk cId="4018356769" sldId="2147483666"/>
          </pc:sldLayoutMkLst>
        </pc:sldLayoutChg>
        <pc:sldLayoutChg chg="add del">
          <pc:chgData name="Mohammed Yaacoub Abou Chlih" userId="f9fa65fd-08a6-48e8-9861-c59543729fcb" providerId="ADAL" clId="{108CA2E5-32F7-4F0E-BAFC-1AD0641155F9}" dt="2026-05-30T02:50:38.511" v="293" actId="26606"/>
          <pc:sldLayoutMkLst>
            <pc:docMk/>
            <pc:sldMasterMk cId="2577835925" sldId="2147483660"/>
            <pc:sldLayoutMk cId="3974406869" sldId="2147483667"/>
          </pc:sldLayoutMkLst>
        </pc:sldLayoutChg>
        <pc:sldLayoutChg chg="add del">
          <pc:chgData name="Mohammed Yaacoub Abou Chlih" userId="f9fa65fd-08a6-48e8-9861-c59543729fcb" providerId="ADAL" clId="{108CA2E5-32F7-4F0E-BAFC-1AD0641155F9}" dt="2026-05-30T02:50:38.511" v="293" actId="26606"/>
          <pc:sldLayoutMkLst>
            <pc:docMk/>
            <pc:sldMasterMk cId="2577835925" sldId="2147483660"/>
            <pc:sldLayoutMk cId="2764684662" sldId="2147483668"/>
          </pc:sldLayoutMkLst>
        </pc:sldLayoutChg>
        <pc:sldLayoutChg chg="add del">
          <pc:chgData name="Mohammed Yaacoub Abou Chlih" userId="f9fa65fd-08a6-48e8-9861-c59543729fcb" providerId="ADAL" clId="{108CA2E5-32F7-4F0E-BAFC-1AD0641155F9}" dt="2026-05-30T02:50:38.511" v="293" actId="26606"/>
          <pc:sldLayoutMkLst>
            <pc:docMk/>
            <pc:sldMasterMk cId="2577835925" sldId="2147483660"/>
            <pc:sldLayoutMk cId="563567225" sldId="2147483669"/>
          </pc:sldLayoutMkLst>
        </pc:sldLayoutChg>
        <pc:sldLayoutChg chg="add del">
          <pc:chgData name="Mohammed Yaacoub Abou Chlih" userId="f9fa65fd-08a6-48e8-9861-c59543729fcb" providerId="ADAL" clId="{108CA2E5-32F7-4F0E-BAFC-1AD0641155F9}" dt="2026-05-30T02:50:38.511" v="293" actId="26606"/>
          <pc:sldLayoutMkLst>
            <pc:docMk/>
            <pc:sldMasterMk cId="2577835925" sldId="2147483660"/>
            <pc:sldLayoutMk cId="94597554" sldId="2147483670"/>
          </pc:sldLayoutMkLst>
        </pc:sldLayoutChg>
        <pc:sldLayoutChg chg="add del">
          <pc:chgData name="Mohammed Yaacoub Abou Chlih" userId="f9fa65fd-08a6-48e8-9861-c59543729fcb" providerId="ADAL" clId="{108CA2E5-32F7-4F0E-BAFC-1AD0641155F9}" dt="2026-05-30T02:50:38.511" v="293" actId="26606"/>
          <pc:sldLayoutMkLst>
            <pc:docMk/>
            <pc:sldMasterMk cId="2577835925" sldId="2147483660"/>
            <pc:sldLayoutMk cId="1051646417" sldId="2147483671"/>
          </pc:sldLayoutMkLst>
        </pc:sldLayoutChg>
      </pc:sldMasterChg>
      <pc:sldMasterChg chg="add del addSldLayout delSldLayout">
        <pc:chgData name="Mohammed Yaacoub Abou Chlih" userId="f9fa65fd-08a6-48e8-9861-c59543729fcb" providerId="ADAL" clId="{108CA2E5-32F7-4F0E-BAFC-1AD0641155F9}" dt="2026-05-30T02:49:37.485" v="281" actId="26606"/>
        <pc:sldMasterMkLst>
          <pc:docMk/>
          <pc:sldMasterMk cId="1210366444" sldId="2147483689"/>
        </pc:sldMasterMkLst>
        <pc:sldLayoutChg chg="add del">
          <pc:chgData name="Mohammed Yaacoub Abou Chlih" userId="f9fa65fd-08a6-48e8-9861-c59543729fcb" providerId="ADAL" clId="{108CA2E5-32F7-4F0E-BAFC-1AD0641155F9}" dt="2026-05-30T02:49:37.485" v="281" actId="26606"/>
          <pc:sldLayoutMkLst>
            <pc:docMk/>
            <pc:sldMasterMk cId="1210366444" sldId="2147483689"/>
            <pc:sldLayoutMk cId="305247401" sldId="2147483690"/>
          </pc:sldLayoutMkLst>
        </pc:sldLayoutChg>
        <pc:sldLayoutChg chg="add del">
          <pc:chgData name="Mohammed Yaacoub Abou Chlih" userId="f9fa65fd-08a6-48e8-9861-c59543729fcb" providerId="ADAL" clId="{108CA2E5-32F7-4F0E-BAFC-1AD0641155F9}" dt="2026-05-30T02:49:37.485" v="281" actId="26606"/>
          <pc:sldLayoutMkLst>
            <pc:docMk/>
            <pc:sldMasterMk cId="1210366444" sldId="2147483689"/>
            <pc:sldLayoutMk cId="80769727" sldId="2147483691"/>
          </pc:sldLayoutMkLst>
        </pc:sldLayoutChg>
        <pc:sldLayoutChg chg="add del">
          <pc:chgData name="Mohammed Yaacoub Abou Chlih" userId="f9fa65fd-08a6-48e8-9861-c59543729fcb" providerId="ADAL" clId="{108CA2E5-32F7-4F0E-BAFC-1AD0641155F9}" dt="2026-05-30T02:49:37.485" v="281" actId="26606"/>
          <pc:sldLayoutMkLst>
            <pc:docMk/>
            <pc:sldMasterMk cId="1210366444" sldId="2147483689"/>
            <pc:sldLayoutMk cId="3589958698" sldId="2147483692"/>
          </pc:sldLayoutMkLst>
        </pc:sldLayoutChg>
        <pc:sldLayoutChg chg="add del">
          <pc:chgData name="Mohammed Yaacoub Abou Chlih" userId="f9fa65fd-08a6-48e8-9861-c59543729fcb" providerId="ADAL" clId="{108CA2E5-32F7-4F0E-BAFC-1AD0641155F9}" dt="2026-05-30T02:49:37.485" v="281" actId="26606"/>
          <pc:sldLayoutMkLst>
            <pc:docMk/>
            <pc:sldMasterMk cId="1210366444" sldId="2147483689"/>
            <pc:sldLayoutMk cId="2986557820" sldId="2147483693"/>
          </pc:sldLayoutMkLst>
        </pc:sldLayoutChg>
        <pc:sldLayoutChg chg="add del">
          <pc:chgData name="Mohammed Yaacoub Abou Chlih" userId="f9fa65fd-08a6-48e8-9861-c59543729fcb" providerId="ADAL" clId="{108CA2E5-32F7-4F0E-BAFC-1AD0641155F9}" dt="2026-05-30T02:49:37.485" v="281" actId="26606"/>
          <pc:sldLayoutMkLst>
            <pc:docMk/>
            <pc:sldMasterMk cId="1210366444" sldId="2147483689"/>
            <pc:sldLayoutMk cId="1547891303" sldId="2147483694"/>
          </pc:sldLayoutMkLst>
        </pc:sldLayoutChg>
        <pc:sldLayoutChg chg="add del">
          <pc:chgData name="Mohammed Yaacoub Abou Chlih" userId="f9fa65fd-08a6-48e8-9861-c59543729fcb" providerId="ADAL" clId="{108CA2E5-32F7-4F0E-BAFC-1AD0641155F9}" dt="2026-05-30T02:49:37.485" v="281" actId="26606"/>
          <pc:sldLayoutMkLst>
            <pc:docMk/>
            <pc:sldMasterMk cId="1210366444" sldId="2147483689"/>
            <pc:sldLayoutMk cId="920541094" sldId="2147483695"/>
          </pc:sldLayoutMkLst>
        </pc:sldLayoutChg>
        <pc:sldLayoutChg chg="add del">
          <pc:chgData name="Mohammed Yaacoub Abou Chlih" userId="f9fa65fd-08a6-48e8-9861-c59543729fcb" providerId="ADAL" clId="{108CA2E5-32F7-4F0E-BAFC-1AD0641155F9}" dt="2026-05-30T02:49:37.485" v="281" actId="26606"/>
          <pc:sldLayoutMkLst>
            <pc:docMk/>
            <pc:sldMasterMk cId="1210366444" sldId="2147483689"/>
            <pc:sldLayoutMk cId="1996604700" sldId="2147483696"/>
          </pc:sldLayoutMkLst>
        </pc:sldLayoutChg>
        <pc:sldLayoutChg chg="add del">
          <pc:chgData name="Mohammed Yaacoub Abou Chlih" userId="f9fa65fd-08a6-48e8-9861-c59543729fcb" providerId="ADAL" clId="{108CA2E5-32F7-4F0E-BAFC-1AD0641155F9}" dt="2026-05-30T02:49:37.485" v="281" actId="26606"/>
          <pc:sldLayoutMkLst>
            <pc:docMk/>
            <pc:sldMasterMk cId="1210366444" sldId="2147483689"/>
            <pc:sldLayoutMk cId="2199602980" sldId="2147483697"/>
          </pc:sldLayoutMkLst>
        </pc:sldLayoutChg>
        <pc:sldLayoutChg chg="add del">
          <pc:chgData name="Mohammed Yaacoub Abou Chlih" userId="f9fa65fd-08a6-48e8-9861-c59543729fcb" providerId="ADAL" clId="{108CA2E5-32F7-4F0E-BAFC-1AD0641155F9}" dt="2026-05-30T02:49:37.485" v="281" actId="26606"/>
          <pc:sldLayoutMkLst>
            <pc:docMk/>
            <pc:sldMasterMk cId="1210366444" sldId="2147483689"/>
            <pc:sldLayoutMk cId="2333345421" sldId="2147483698"/>
          </pc:sldLayoutMkLst>
        </pc:sldLayoutChg>
        <pc:sldLayoutChg chg="add del">
          <pc:chgData name="Mohammed Yaacoub Abou Chlih" userId="f9fa65fd-08a6-48e8-9861-c59543729fcb" providerId="ADAL" clId="{108CA2E5-32F7-4F0E-BAFC-1AD0641155F9}" dt="2026-05-30T02:49:37.485" v="281" actId="26606"/>
          <pc:sldLayoutMkLst>
            <pc:docMk/>
            <pc:sldMasterMk cId="1210366444" sldId="2147483689"/>
            <pc:sldLayoutMk cId="3810244306" sldId="2147483699"/>
          </pc:sldLayoutMkLst>
        </pc:sldLayoutChg>
        <pc:sldLayoutChg chg="add del">
          <pc:chgData name="Mohammed Yaacoub Abou Chlih" userId="f9fa65fd-08a6-48e8-9861-c59543729fcb" providerId="ADAL" clId="{108CA2E5-32F7-4F0E-BAFC-1AD0641155F9}" dt="2026-05-30T02:49:37.485" v="281" actId="26606"/>
          <pc:sldLayoutMkLst>
            <pc:docMk/>
            <pc:sldMasterMk cId="1210366444" sldId="2147483689"/>
            <pc:sldLayoutMk cId="1470593612" sldId="2147483700"/>
          </pc:sldLayoutMkLst>
        </pc:sldLayoutChg>
      </pc:sldMasterChg>
      <pc:sldMasterChg chg="add del replId addSldLayout delSldLayout">
        <pc:chgData name="Mohammed Yaacoub Abou Chlih" userId="f9fa65fd-08a6-48e8-9861-c59543729fcb" providerId="ADAL" clId="{108CA2E5-32F7-4F0E-BAFC-1AD0641155F9}" dt="2026-05-30T02:49:37.485" v="281" actId="26606"/>
        <pc:sldMasterMkLst>
          <pc:docMk/>
          <pc:sldMasterMk cId="2700566652" sldId="2147483701"/>
        </pc:sldMasterMkLst>
        <pc:sldLayoutChg chg="add del">
          <pc:chgData name="Mohammed Yaacoub Abou Chlih" userId="f9fa65fd-08a6-48e8-9861-c59543729fcb" providerId="ADAL" clId="{108CA2E5-32F7-4F0E-BAFC-1AD0641155F9}" dt="2026-05-30T02:49:37.485" v="281" actId="26606"/>
          <pc:sldLayoutMkLst>
            <pc:docMk/>
            <pc:sldMasterMk cId="2700566652" sldId="2147483701"/>
            <pc:sldLayoutMk cId="1864050995" sldId="2147483702"/>
          </pc:sldLayoutMkLst>
        </pc:sldLayoutChg>
        <pc:sldLayoutChg chg="add del replId">
          <pc:chgData name="Mohammed Yaacoub Abou Chlih" userId="f9fa65fd-08a6-48e8-9861-c59543729fcb" providerId="ADAL" clId="{108CA2E5-32F7-4F0E-BAFC-1AD0641155F9}" dt="2026-05-30T02:49:37.485" v="281" actId="26606"/>
          <pc:sldLayoutMkLst>
            <pc:docMk/>
            <pc:sldMasterMk cId="2700566652" sldId="2147483701"/>
            <pc:sldLayoutMk cId="1779018130" sldId="2147483703"/>
          </pc:sldLayoutMkLst>
        </pc:sldLayoutChg>
        <pc:sldLayoutChg chg="add del replId">
          <pc:chgData name="Mohammed Yaacoub Abou Chlih" userId="f9fa65fd-08a6-48e8-9861-c59543729fcb" providerId="ADAL" clId="{108CA2E5-32F7-4F0E-BAFC-1AD0641155F9}" dt="2026-05-30T02:49:37.485" v="281" actId="26606"/>
          <pc:sldLayoutMkLst>
            <pc:docMk/>
            <pc:sldMasterMk cId="2700566652" sldId="2147483701"/>
            <pc:sldLayoutMk cId="2765128461" sldId="2147483704"/>
          </pc:sldLayoutMkLst>
        </pc:sldLayoutChg>
        <pc:sldLayoutChg chg="add del replId">
          <pc:chgData name="Mohammed Yaacoub Abou Chlih" userId="f9fa65fd-08a6-48e8-9861-c59543729fcb" providerId="ADAL" clId="{108CA2E5-32F7-4F0E-BAFC-1AD0641155F9}" dt="2026-05-30T02:49:37.485" v="281" actId="26606"/>
          <pc:sldLayoutMkLst>
            <pc:docMk/>
            <pc:sldMasterMk cId="2700566652" sldId="2147483701"/>
            <pc:sldLayoutMk cId="2901145261" sldId="2147483705"/>
          </pc:sldLayoutMkLst>
        </pc:sldLayoutChg>
        <pc:sldLayoutChg chg="add del replId">
          <pc:chgData name="Mohammed Yaacoub Abou Chlih" userId="f9fa65fd-08a6-48e8-9861-c59543729fcb" providerId="ADAL" clId="{108CA2E5-32F7-4F0E-BAFC-1AD0641155F9}" dt="2026-05-30T02:49:37.485" v="281" actId="26606"/>
          <pc:sldLayoutMkLst>
            <pc:docMk/>
            <pc:sldMasterMk cId="2700566652" sldId="2147483701"/>
            <pc:sldLayoutMk cId="544412460" sldId="2147483706"/>
          </pc:sldLayoutMkLst>
        </pc:sldLayoutChg>
        <pc:sldLayoutChg chg="add del replId">
          <pc:chgData name="Mohammed Yaacoub Abou Chlih" userId="f9fa65fd-08a6-48e8-9861-c59543729fcb" providerId="ADAL" clId="{108CA2E5-32F7-4F0E-BAFC-1AD0641155F9}" dt="2026-05-30T02:49:37.485" v="281" actId="26606"/>
          <pc:sldLayoutMkLst>
            <pc:docMk/>
            <pc:sldMasterMk cId="2700566652" sldId="2147483701"/>
            <pc:sldLayoutMk cId="33592333" sldId="2147483707"/>
          </pc:sldLayoutMkLst>
        </pc:sldLayoutChg>
        <pc:sldLayoutChg chg="add del replId">
          <pc:chgData name="Mohammed Yaacoub Abou Chlih" userId="f9fa65fd-08a6-48e8-9861-c59543729fcb" providerId="ADAL" clId="{108CA2E5-32F7-4F0E-BAFC-1AD0641155F9}" dt="2026-05-30T02:49:37.485" v="281" actId="26606"/>
          <pc:sldLayoutMkLst>
            <pc:docMk/>
            <pc:sldMasterMk cId="2700566652" sldId="2147483701"/>
            <pc:sldLayoutMk cId="211790518" sldId="2147483708"/>
          </pc:sldLayoutMkLst>
        </pc:sldLayoutChg>
        <pc:sldLayoutChg chg="add del replId">
          <pc:chgData name="Mohammed Yaacoub Abou Chlih" userId="f9fa65fd-08a6-48e8-9861-c59543729fcb" providerId="ADAL" clId="{108CA2E5-32F7-4F0E-BAFC-1AD0641155F9}" dt="2026-05-30T02:49:37.485" v="281" actId="26606"/>
          <pc:sldLayoutMkLst>
            <pc:docMk/>
            <pc:sldMasterMk cId="2700566652" sldId="2147483701"/>
            <pc:sldLayoutMk cId="3039821662" sldId="2147483709"/>
          </pc:sldLayoutMkLst>
        </pc:sldLayoutChg>
        <pc:sldLayoutChg chg="add del replId">
          <pc:chgData name="Mohammed Yaacoub Abou Chlih" userId="f9fa65fd-08a6-48e8-9861-c59543729fcb" providerId="ADAL" clId="{108CA2E5-32F7-4F0E-BAFC-1AD0641155F9}" dt="2026-05-30T02:49:37.485" v="281" actId="26606"/>
          <pc:sldLayoutMkLst>
            <pc:docMk/>
            <pc:sldMasterMk cId="2700566652" sldId="2147483701"/>
            <pc:sldLayoutMk cId="3119160510" sldId="2147483710"/>
          </pc:sldLayoutMkLst>
        </pc:sldLayoutChg>
        <pc:sldLayoutChg chg="add del replId">
          <pc:chgData name="Mohammed Yaacoub Abou Chlih" userId="f9fa65fd-08a6-48e8-9861-c59543729fcb" providerId="ADAL" clId="{108CA2E5-32F7-4F0E-BAFC-1AD0641155F9}" dt="2026-05-30T02:49:37.485" v="281" actId="26606"/>
          <pc:sldLayoutMkLst>
            <pc:docMk/>
            <pc:sldMasterMk cId="2700566652" sldId="2147483701"/>
            <pc:sldLayoutMk cId="2044334626" sldId="2147483711"/>
          </pc:sldLayoutMkLst>
        </pc:sldLayoutChg>
        <pc:sldLayoutChg chg="add del replId">
          <pc:chgData name="Mohammed Yaacoub Abou Chlih" userId="f9fa65fd-08a6-48e8-9861-c59543729fcb" providerId="ADAL" clId="{108CA2E5-32F7-4F0E-BAFC-1AD0641155F9}" dt="2026-05-30T02:49:37.485" v="281" actId="26606"/>
          <pc:sldLayoutMkLst>
            <pc:docMk/>
            <pc:sldMasterMk cId="2700566652" sldId="2147483701"/>
            <pc:sldLayoutMk cId="2558271404" sldId="2147483712"/>
          </pc:sldLayoutMkLst>
        </pc:sldLayoutChg>
      </pc:sldMasterChg>
      <pc:sldMasterChg chg="add del addSldLayout delSldLayout">
        <pc:chgData name="Mohammed Yaacoub Abou Chlih" userId="f9fa65fd-08a6-48e8-9861-c59543729fcb" providerId="ADAL" clId="{108CA2E5-32F7-4F0E-BAFC-1AD0641155F9}" dt="2026-05-30T02:50:38.511" v="293" actId="26606"/>
        <pc:sldMasterMkLst>
          <pc:docMk/>
          <pc:sldMasterMk cId="2528980623" sldId="2147483763"/>
        </pc:sldMasterMkLst>
        <pc:sldLayoutChg chg="add del">
          <pc:chgData name="Mohammed Yaacoub Abou Chlih" userId="f9fa65fd-08a6-48e8-9861-c59543729fcb" providerId="ADAL" clId="{108CA2E5-32F7-4F0E-BAFC-1AD0641155F9}" dt="2026-05-30T02:50:38.511" v="293" actId="26606"/>
          <pc:sldLayoutMkLst>
            <pc:docMk/>
            <pc:sldMasterMk cId="2528980623" sldId="2147483763"/>
            <pc:sldLayoutMk cId="209589920" sldId="2147483752"/>
          </pc:sldLayoutMkLst>
        </pc:sldLayoutChg>
        <pc:sldLayoutChg chg="add del">
          <pc:chgData name="Mohammed Yaacoub Abou Chlih" userId="f9fa65fd-08a6-48e8-9861-c59543729fcb" providerId="ADAL" clId="{108CA2E5-32F7-4F0E-BAFC-1AD0641155F9}" dt="2026-05-30T02:50:38.511" v="293" actId="26606"/>
          <pc:sldLayoutMkLst>
            <pc:docMk/>
            <pc:sldMasterMk cId="2528980623" sldId="2147483763"/>
            <pc:sldLayoutMk cId="3456056238" sldId="2147483753"/>
          </pc:sldLayoutMkLst>
        </pc:sldLayoutChg>
        <pc:sldLayoutChg chg="add del">
          <pc:chgData name="Mohammed Yaacoub Abou Chlih" userId="f9fa65fd-08a6-48e8-9861-c59543729fcb" providerId="ADAL" clId="{108CA2E5-32F7-4F0E-BAFC-1AD0641155F9}" dt="2026-05-30T02:50:38.511" v="293" actId="26606"/>
          <pc:sldLayoutMkLst>
            <pc:docMk/>
            <pc:sldMasterMk cId="2528980623" sldId="2147483763"/>
            <pc:sldLayoutMk cId="2879873377" sldId="2147483754"/>
          </pc:sldLayoutMkLst>
        </pc:sldLayoutChg>
        <pc:sldLayoutChg chg="add del">
          <pc:chgData name="Mohammed Yaacoub Abou Chlih" userId="f9fa65fd-08a6-48e8-9861-c59543729fcb" providerId="ADAL" clId="{108CA2E5-32F7-4F0E-BAFC-1AD0641155F9}" dt="2026-05-30T02:50:38.511" v="293" actId="26606"/>
          <pc:sldLayoutMkLst>
            <pc:docMk/>
            <pc:sldMasterMk cId="2528980623" sldId="2147483763"/>
            <pc:sldLayoutMk cId="3345305133" sldId="2147483755"/>
          </pc:sldLayoutMkLst>
        </pc:sldLayoutChg>
        <pc:sldLayoutChg chg="add del">
          <pc:chgData name="Mohammed Yaacoub Abou Chlih" userId="f9fa65fd-08a6-48e8-9861-c59543729fcb" providerId="ADAL" clId="{108CA2E5-32F7-4F0E-BAFC-1AD0641155F9}" dt="2026-05-30T02:50:38.511" v="293" actId="26606"/>
          <pc:sldLayoutMkLst>
            <pc:docMk/>
            <pc:sldMasterMk cId="2528980623" sldId="2147483763"/>
            <pc:sldLayoutMk cId="1341235924" sldId="2147483756"/>
          </pc:sldLayoutMkLst>
        </pc:sldLayoutChg>
        <pc:sldLayoutChg chg="add del">
          <pc:chgData name="Mohammed Yaacoub Abou Chlih" userId="f9fa65fd-08a6-48e8-9861-c59543729fcb" providerId="ADAL" clId="{108CA2E5-32F7-4F0E-BAFC-1AD0641155F9}" dt="2026-05-30T02:50:38.511" v="293" actId="26606"/>
          <pc:sldLayoutMkLst>
            <pc:docMk/>
            <pc:sldMasterMk cId="2528980623" sldId="2147483763"/>
            <pc:sldLayoutMk cId="3967923336" sldId="2147483757"/>
          </pc:sldLayoutMkLst>
        </pc:sldLayoutChg>
        <pc:sldLayoutChg chg="add del">
          <pc:chgData name="Mohammed Yaacoub Abou Chlih" userId="f9fa65fd-08a6-48e8-9861-c59543729fcb" providerId="ADAL" clId="{108CA2E5-32F7-4F0E-BAFC-1AD0641155F9}" dt="2026-05-30T02:50:38.511" v="293" actId="26606"/>
          <pc:sldLayoutMkLst>
            <pc:docMk/>
            <pc:sldMasterMk cId="2528980623" sldId="2147483763"/>
            <pc:sldLayoutMk cId="820910324" sldId="2147483758"/>
          </pc:sldLayoutMkLst>
        </pc:sldLayoutChg>
        <pc:sldLayoutChg chg="add del">
          <pc:chgData name="Mohammed Yaacoub Abou Chlih" userId="f9fa65fd-08a6-48e8-9861-c59543729fcb" providerId="ADAL" clId="{108CA2E5-32F7-4F0E-BAFC-1AD0641155F9}" dt="2026-05-30T02:50:38.511" v="293" actId="26606"/>
          <pc:sldLayoutMkLst>
            <pc:docMk/>
            <pc:sldMasterMk cId="2528980623" sldId="2147483763"/>
            <pc:sldLayoutMk cId="2332560425" sldId="2147483759"/>
          </pc:sldLayoutMkLst>
        </pc:sldLayoutChg>
        <pc:sldLayoutChg chg="add del">
          <pc:chgData name="Mohammed Yaacoub Abou Chlih" userId="f9fa65fd-08a6-48e8-9861-c59543729fcb" providerId="ADAL" clId="{108CA2E5-32F7-4F0E-BAFC-1AD0641155F9}" dt="2026-05-30T02:50:38.511" v="293" actId="26606"/>
          <pc:sldLayoutMkLst>
            <pc:docMk/>
            <pc:sldMasterMk cId="2528980623" sldId="2147483763"/>
            <pc:sldLayoutMk cId="724457133" sldId="2147483760"/>
          </pc:sldLayoutMkLst>
        </pc:sldLayoutChg>
        <pc:sldLayoutChg chg="add del">
          <pc:chgData name="Mohammed Yaacoub Abou Chlih" userId="f9fa65fd-08a6-48e8-9861-c59543729fcb" providerId="ADAL" clId="{108CA2E5-32F7-4F0E-BAFC-1AD0641155F9}" dt="2026-05-30T02:50:38.511" v="293" actId="26606"/>
          <pc:sldLayoutMkLst>
            <pc:docMk/>
            <pc:sldMasterMk cId="2528980623" sldId="2147483763"/>
            <pc:sldLayoutMk cId="4249287639" sldId="2147483761"/>
          </pc:sldLayoutMkLst>
        </pc:sldLayoutChg>
        <pc:sldLayoutChg chg="add del">
          <pc:chgData name="Mohammed Yaacoub Abou Chlih" userId="f9fa65fd-08a6-48e8-9861-c59543729fcb" providerId="ADAL" clId="{108CA2E5-32F7-4F0E-BAFC-1AD0641155F9}" dt="2026-05-30T02:50:38.511" v="293" actId="26606"/>
          <pc:sldLayoutMkLst>
            <pc:docMk/>
            <pc:sldMasterMk cId="2528980623" sldId="2147483763"/>
            <pc:sldLayoutMk cId="2370886628" sldId="2147483762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479F-0C5C-40DB-A818-A6FBFB5CE709}" type="datetimeFigureOut">
              <a:rPr lang="en-NZ" smtClean="0"/>
              <a:t>30/05/2026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3731-E924-4237-9D94-91A462B953FA}" type="slidenum">
              <a:rPr lang="en-NZ" smtClean="0"/>
              <a:t>‹#›</a:t>
            </a:fld>
            <a:endParaRPr lang="en-NZ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5150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479F-0C5C-40DB-A818-A6FBFB5CE709}" type="datetimeFigureOut">
              <a:rPr lang="en-NZ" smtClean="0"/>
              <a:t>30/05/2026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3731-E924-4237-9D94-91A462B953F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81390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479F-0C5C-40DB-A818-A6FBFB5CE709}" type="datetimeFigureOut">
              <a:rPr lang="en-NZ" smtClean="0"/>
              <a:t>30/05/2026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3731-E924-4237-9D94-91A462B953F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21818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479F-0C5C-40DB-A818-A6FBFB5CE709}" type="datetimeFigureOut">
              <a:rPr lang="en-NZ" smtClean="0"/>
              <a:t>30/05/2026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3731-E924-4237-9D94-91A462B953F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70602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479F-0C5C-40DB-A818-A6FBFB5CE709}" type="datetimeFigureOut">
              <a:rPr lang="en-NZ" smtClean="0"/>
              <a:t>30/05/2026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3731-E924-4237-9D94-91A462B953F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59365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479F-0C5C-40DB-A818-A6FBFB5CE709}" type="datetimeFigureOut">
              <a:rPr lang="en-NZ" smtClean="0"/>
              <a:t>30/05/2026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3731-E924-4237-9D94-91A462B953F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22432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479F-0C5C-40DB-A818-A6FBFB5CE709}" type="datetimeFigureOut">
              <a:rPr lang="en-NZ" smtClean="0"/>
              <a:t>30/05/2026</a:t>
            </a:fld>
            <a:endParaRPr lang="en-N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3731-E924-4237-9D94-91A462B953F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27067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479F-0C5C-40DB-A818-A6FBFB5CE709}" type="datetimeFigureOut">
              <a:rPr lang="en-NZ" smtClean="0"/>
              <a:t>30/05/2026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3731-E924-4237-9D94-91A462B953F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92530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479F-0C5C-40DB-A818-A6FBFB5CE709}" type="datetimeFigureOut">
              <a:rPr lang="en-NZ" smtClean="0"/>
              <a:t>30/05/2026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3731-E924-4237-9D94-91A462B953F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64953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479F-0C5C-40DB-A818-A6FBFB5CE709}" type="datetimeFigureOut">
              <a:rPr lang="en-NZ" smtClean="0"/>
              <a:t>30/05/2026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3731-E924-4237-9D94-91A462B953F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18398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479F-0C5C-40DB-A818-A6FBFB5CE709}" type="datetimeFigureOut">
              <a:rPr lang="en-NZ" smtClean="0"/>
              <a:t>30/05/2026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3731-E924-4237-9D94-91A462B953F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786719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479F-0C5C-40DB-A818-A6FBFB5CE709}" type="datetimeFigureOut">
              <a:rPr lang="en-NZ" smtClean="0"/>
              <a:t>30/05/2026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3731-E924-4237-9D94-91A462B953FA}" type="slidenum">
              <a:rPr lang="en-NZ" smtClean="0"/>
              <a:t>‹#›</a:t>
            </a:fld>
            <a:endParaRPr lang="en-NZ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773328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479F-0C5C-40DB-A818-A6FBFB5CE709}" type="datetimeFigureOut">
              <a:rPr lang="en-NZ" smtClean="0"/>
              <a:t>30/05/2026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3731-E924-4237-9D94-91A462B953F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074504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479F-0C5C-40DB-A818-A6FBFB5CE709}" type="datetimeFigureOut">
              <a:rPr lang="en-NZ" smtClean="0"/>
              <a:t>30/05/2026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3731-E924-4237-9D94-91A462B953FA}" type="slidenum">
              <a:rPr lang="en-NZ" smtClean="0"/>
              <a:t>‹#›</a:t>
            </a:fld>
            <a:endParaRPr lang="en-NZ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727271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479F-0C5C-40DB-A818-A6FBFB5CE709}" type="datetimeFigureOut">
              <a:rPr lang="en-NZ" smtClean="0"/>
              <a:t>30/05/2026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3731-E924-4237-9D94-91A462B953F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42993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479F-0C5C-40DB-A818-A6FBFB5CE709}" type="datetimeFigureOut">
              <a:rPr lang="en-NZ" smtClean="0"/>
              <a:t>30/05/2026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3731-E924-4237-9D94-91A462B953F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786008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479F-0C5C-40DB-A818-A6FBFB5CE709}" type="datetimeFigureOut">
              <a:rPr lang="en-NZ" smtClean="0"/>
              <a:t>30/05/2026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3731-E924-4237-9D94-91A462B953F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249524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61F479F-0C5C-40DB-A818-A6FBFB5CE709}" type="datetimeFigureOut">
              <a:rPr lang="en-NZ" smtClean="0"/>
              <a:t>30/05/2026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7293731-E924-4237-9D94-91A462B953F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50024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E890A-4A47-9A17-3544-44327FE492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063" y="457199"/>
            <a:ext cx="8001000" cy="2971801"/>
          </a:xfrm>
        </p:spPr>
        <p:txBody>
          <a:bodyPr/>
          <a:lstStyle/>
          <a:p>
            <a:r>
              <a:rPr lang="en-NZ" dirty="0"/>
              <a:t>PATBMS – Phase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9EB402-B37A-2DC1-C053-6E89501F72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90799" y="3429000"/>
            <a:ext cx="7536873" cy="1947333"/>
          </a:xfrm>
        </p:spPr>
        <p:txBody>
          <a:bodyPr>
            <a:normAutofit/>
          </a:bodyPr>
          <a:lstStyle/>
          <a:p>
            <a:r>
              <a:rPr lang="en-NZ" dirty="0">
                <a:solidFill>
                  <a:schemeClr val="tx1"/>
                </a:solidFill>
              </a:rPr>
              <a:t>Refined Design and Implementation</a:t>
            </a:r>
          </a:p>
          <a:p>
            <a:r>
              <a:rPr lang="en-NZ" dirty="0">
                <a:solidFill>
                  <a:schemeClr val="tx1"/>
                </a:solidFill>
              </a:rPr>
              <a:t>Patient Admission, Triage and Bed Management System</a:t>
            </a:r>
          </a:p>
          <a:p>
            <a:r>
              <a:rPr lang="en-NZ" dirty="0">
                <a:solidFill>
                  <a:schemeClr val="tx1"/>
                </a:solidFill>
              </a:rPr>
              <a:t>Waitakere Hospital – </a:t>
            </a:r>
            <a:r>
              <a:rPr lang="en-NZ" dirty="0" err="1">
                <a:solidFill>
                  <a:schemeClr val="tx1"/>
                </a:solidFill>
              </a:rPr>
              <a:t>Te</a:t>
            </a:r>
            <a:r>
              <a:rPr lang="en-NZ" dirty="0">
                <a:solidFill>
                  <a:schemeClr val="tx1"/>
                </a:solidFill>
              </a:rPr>
              <a:t> Whatu Ora Health New Zealand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C03315-528D-7C20-1ACC-8FCDCD3B98CC}"/>
              </a:ext>
            </a:extLst>
          </p:cNvPr>
          <p:cNvSpPr txBox="1"/>
          <p:nvPr/>
        </p:nvSpPr>
        <p:spPr>
          <a:xfrm>
            <a:off x="0" y="5657671"/>
            <a:ext cx="1158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/>
              <a:t>Mohammed Yaacoub Abou Chlih</a:t>
            </a:r>
          </a:p>
          <a:p>
            <a:r>
              <a:rPr lang="en-NZ"/>
              <a:t>21138726</a:t>
            </a:r>
          </a:p>
          <a:p>
            <a:r>
              <a:rPr lang="en-NZ"/>
              <a:t>ENSE706 – Data Process and Software Modelling</a:t>
            </a:r>
          </a:p>
          <a:p>
            <a:r>
              <a:rPr lang="en-NZ"/>
              <a:t>31 May 2026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740857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1C013-AA98-BA97-31EC-B544C397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6456218" cy="769145"/>
          </a:xfrm>
        </p:spPr>
        <p:txBody>
          <a:bodyPr/>
          <a:lstStyle/>
          <a:p>
            <a:r>
              <a:rPr lang="en-NZ" dirty="0"/>
              <a:t>What phase 2 addressed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0DD54B-31A1-65A3-55ED-FC2058776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306999"/>
            <a:ext cx="12192000" cy="4551001"/>
          </a:xfrm>
        </p:spPr>
        <p:txBody>
          <a:bodyPr>
            <a:normAutofit/>
          </a:bodyPr>
          <a:lstStyle/>
          <a:p>
            <a:r>
              <a:rPr lang="en-NZ" dirty="0">
                <a:solidFill>
                  <a:schemeClr val="tx1"/>
                </a:solidFill>
              </a:rPr>
              <a:t>Phase 1 identified four design weaknesses:</a:t>
            </a:r>
          </a:p>
          <a:p>
            <a:pPr marL="285750" indent="-285750">
              <a:buFontTx/>
              <a:buChar char="-"/>
            </a:pPr>
            <a:r>
              <a:rPr lang="en-NZ" dirty="0">
                <a:solidFill>
                  <a:schemeClr val="tx1"/>
                </a:solidFill>
              </a:rPr>
              <a:t>No interfaces – tight coupling between classes</a:t>
            </a:r>
          </a:p>
          <a:p>
            <a:pPr marL="285750" indent="-285750">
              <a:buFontTx/>
              <a:buChar char="-"/>
            </a:pPr>
            <a:r>
              <a:rPr lang="en-NZ" dirty="0">
                <a:solidFill>
                  <a:schemeClr val="tx1"/>
                </a:solidFill>
              </a:rPr>
              <a:t>Role stored as string – no validation</a:t>
            </a:r>
          </a:p>
          <a:p>
            <a:pPr marL="285750" indent="-285750">
              <a:buFontTx/>
              <a:buChar char="-"/>
            </a:pPr>
            <a:r>
              <a:rPr lang="en-NZ" dirty="0">
                <a:solidFill>
                  <a:schemeClr val="tx1"/>
                </a:solidFill>
              </a:rPr>
              <a:t>Separation of responsibilities – </a:t>
            </a:r>
            <a:r>
              <a:rPr lang="en-NZ" dirty="0" err="1">
                <a:solidFill>
                  <a:schemeClr val="tx1"/>
                </a:solidFill>
              </a:rPr>
              <a:t>UpdateBedStatus</a:t>
            </a:r>
            <a:r>
              <a:rPr lang="en-NZ" dirty="0">
                <a:solidFill>
                  <a:schemeClr val="tx1"/>
                </a:solidFill>
              </a:rPr>
              <a:t> in wrong classes</a:t>
            </a:r>
          </a:p>
          <a:p>
            <a:pPr marL="285750" indent="-285750">
              <a:buFontTx/>
              <a:buChar char="-"/>
            </a:pPr>
            <a:r>
              <a:rPr lang="en-NZ" dirty="0">
                <a:solidFill>
                  <a:schemeClr val="tx1"/>
                </a:solidFill>
              </a:rPr>
              <a:t>No access control mechanism in class structure</a:t>
            </a:r>
          </a:p>
          <a:p>
            <a:pPr marL="285750" indent="-285750">
              <a:buFontTx/>
              <a:buChar char="-"/>
            </a:pPr>
            <a:endParaRPr lang="en-NZ" dirty="0">
              <a:solidFill>
                <a:schemeClr val="tx1"/>
              </a:solidFill>
            </a:endParaRPr>
          </a:p>
          <a:p>
            <a:r>
              <a:rPr lang="en-NZ" dirty="0">
                <a:solidFill>
                  <a:schemeClr val="tx1"/>
                </a:solidFill>
              </a:rPr>
              <a:t>Phase 2 solution</a:t>
            </a:r>
          </a:p>
          <a:p>
            <a:pPr marL="285750" indent="-285750">
              <a:buFontTx/>
              <a:buChar char="-"/>
            </a:pPr>
            <a:r>
              <a:rPr lang="en-NZ" dirty="0">
                <a:solidFill>
                  <a:schemeClr val="tx1"/>
                </a:solidFill>
              </a:rPr>
              <a:t>Applied four </a:t>
            </a:r>
            <a:r>
              <a:rPr lang="en-NZ" dirty="0" err="1">
                <a:solidFill>
                  <a:schemeClr val="tx1"/>
                </a:solidFill>
              </a:rPr>
              <a:t>GoF</a:t>
            </a:r>
            <a:r>
              <a:rPr lang="en-NZ" dirty="0">
                <a:solidFill>
                  <a:schemeClr val="tx1"/>
                </a:solidFill>
              </a:rPr>
              <a:t> design patterns</a:t>
            </a:r>
          </a:p>
          <a:p>
            <a:pPr marL="285750" indent="-285750">
              <a:buFontTx/>
              <a:buChar char="-"/>
            </a:pPr>
            <a:r>
              <a:rPr lang="en-NZ" dirty="0">
                <a:solidFill>
                  <a:schemeClr val="tx1"/>
                </a:solidFill>
              </a:rPr>
              <a:t>Refined UML models with interfaces</a:t>
            </a:r>
          </a:p>
          <a:p>
            <a:pPr marL="285750" indent="-285750">
              <a:buFontTx/>
              <a:buChar char="-"/>
            </a:pPr>
            <a:r>
              <a:rPr lang="en-NZ" dirty="0">
                <a:solidFill>
                  <a:schemeClr val="tx1"/>
                </a:solidFill>
              </a:rPr>
              <a:t>Built fully functional ASP.NET Core web application</a:t>
            </a:r>
          </a:p>
          <a:p>
            <a:pPr marL="285750" indent="-285750">
              <a:buFontTx/>
              <a:buChar char="-"/>
            </a:pPr>
            <a:r>
              <a:rPr lang="en-NZ" dirty="0">
                <a:solidFill>
                  <a:schemeClr val="tx1"/>
                </a:solidFill>
              </a:rPr>
              <a:t>SQLite database with real patient and bed data</a:t>
            </a:r>
          </a:p>
        </p:txBody>
      </p:sp>
    </p:spTree>
    <p:extLst>
      <p:ext uri="{BB962C8B-B14F-4D97-AF65-F5344CB8AC3E}">
        <p14:creationId xmlns:p14="http://schemas.microsoft.com/office/powerpoint/2010/main" val="346988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9403C7F-76AE-4587-92A2-D4E41EBE6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9A035-513F-2C86-B42C-8BEDF7A19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8776" y="685800"/>
            <a:ext cx="6311908" cy="3547533"/>
          </a:xfrm>
        </p:spPr>
        <p:txBody>
          <a:bodyPr>
            <a:normAutofit/>
          </a:bodyPr>
          <a:lstStyle/>
          <a:p>
            <a:r>
              <a:rPr lang="en-NZ" dirty="0"/>
              <a:t>Refined Class Diagram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6C71778-3DDA-4748-AEBB-2A4B75016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A1F5C7D-5183-424E-BD72-BBFC59C5A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848F76E-D8DE-4826-901B-4E4090240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AE84420-E672-4A16-8384-42BDDC4A9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44D91EB-FA8D-4FD3-88F8-053F9962B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56B711F-46BD-4789-926C-CF2F01F71D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13676229-5BE6-D0AC-456D-FD68655F13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98776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AD2CC5-8F63-3229-D76D-362C394B14A1}"/>
              </a:ext>
            </a:extLst>
          </p:cNvPr>
          <p:cNvSpPr txBox="1"/>
          <p:nvPr/>
        </p:nvSpPr>
        <p:spPr>
          <a:xfrm>
            <a:off x="4195600" y="4233333"/>
            <a:ext cx="657802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Key Changes from Phase 1:</a:t>
            </a:r>
          </a:p>
          <a:p>
            <a:pPr marL="285750" indent="-285750">
              <a:buFontTx/>
              <a:buChar char="-"/>
            </a:pPr>
            <a:r>
              <a:rPr lang="en-NZ" dirty="0"/>
              <a:t>4 new interfaces added – </a:t>
            </a:r>
            <a:r>
              <a:rPr lang="en-NZ" dirty="0" err="1"/>
              <a:t>IObserver</a:t>
            </a:r>
            <a:r>
              <a:rPr lang="en-NZ" dirty="0"/>
              <a:t>, </a:t>
            </a:r>
            <a:r>
              <a:rPr lang="en-NZ" dirty="0" err="1"/>
              <a:t>Isubject</a:t>
            </a:r>
            <a:r>
              <a:rPr lang="en-NZ" dirty="0"/>
              <a:t>, </a:t>
            </a:r>
            <a:r>
              <a:rPr lang="en-NZ" dirty="0" err="1"/>
              <a:t>IBedAllocationStrategy</a:t>
            </a:r>
            <a:r>
              <a:rPr lang="en-NZ" dirty="0"/>
              <a:t>, </a:t>
            </a:r>
            <a:r>
              <a:rPr lang="en-NZ" dirty="0" err="1"/>
              <a:t>IUserFactory</a:t>
            </a:r>
            <a:endParaRPr lang="en-NZ" dirty="0"/>
          </a:p>
          <a:p>
            <a:pPr marL="285750" indent="-285750">
              <a:buFontTx/>
              <a:buChar char="-"/>
            </a:pPr>
            <a:r>
              <a:rPr lang="en-NZ" dirty="0"/>
              <a:t>4 new classes – </a:t>
            </a:r>
            <a:r>
              <a:rPr lang="en-NZ" dirty="0" err="1"/>
              <a:t>BedManager</a:t>
            </a:r>
            <a:r>
              <a:rPr lang="en-NZ" dirty="0"/>
              <a:t>, </a:t>
            </a:r>
            <a:r>
              <a:rPr lang="en-NZ" dirty="0" err="1"/>
              <a:t>UserFactory</a:t>
            </a:r>
            <a:r>
              <a:rPr lang="en-NZ" dirty="0"/>
              <a:t>, </a:t>
            </a:r>
            <a:r>
              <a:rPr lang="en-NZ" dirty="0" err="1"/>
              <a:t>UrgentAllocationStrategy</a:t>
            </a:r>
            <a:r>
              <a:rPr lang="en-NZ" dirty="0"/>
              <a:t>, </a:t>
            </a:r>
            <a:r>
              <a:rPr lang="en-NZ" dirty="0" err="1"/>
              <a:t>StandardAllocationStrategy</a:t>
            </a:r>
            <a:endParaRPr lang="en-NZ" dirty="0"/>
          </a:p>
          <a:p>
            <a:pPr marL="285750" indent="-285750">
              <a:buFontTx/>
              <a:buChar char="-"/>
            </a:pPr>
            <a:r>
              <a:rPr lang="en-NZ" dirty="0" err="1"/>
              <a:t>UpdateBedStatus</a:t>
            </a:r>
            <a:r>
              <a:rPr lang="en-NZ" dirty="0"/>
              <a:t> removed from Discharge and Nurse</a:t>
            </a:r>
          </a:p>
          <a:p>
            <a:pPr marL="285750" indent="-285750">
              <a:buFontTx/>
              <a:buChar char="-"/>
            </a:pPr>
            <a:r>
              <a:rPr lang="en-NZ" dirty="0"/>
              <a:t>Moved to </a:t>
            </a:r>
            <a:r>
              <a:rPr lang="en-NZ" dirty="0" err="1"/>
              <a:t>BedManager</a:t>
            </a:r>
            <a:r>
              <a:rPr lang="en-NZ" dirty="0"/>
              <a:t> – single responsibility</a:t>
            </a:r>
          </a:p>
          <a:p>
            <a:pPr marL="285750" indent="-285750">
              <a:buFontTx/>
              <a:buChar char="-"/>
            </a:pPr>
            <a:r>
              <a:rPr lang="en-NZ" dirty="0"/>
              <a:t>16 classes </a:t>
            </a:r>
            <a:r>
              <a:rPr lang="en-NZ" dirty="0">
                <a:sym typeface="Wingdings" panose="05000000000000000000" pitchFamily="2" charset="2"/>
              </a:rPr>
              <a:t> 20 classes and 4 interfaces</a:t>
            </a:r>
            <a:endParaRPr lang="en-NZ" dirty="0"/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811425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5726AB-E0FD-0947-49B7-6E0DFE4F5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799" y="1526334"/>
            <a:ext cx="8534400" cy="4390106"/>
          </a:xfrm>
        </p:spPr>
        <p:txBody>
          <a:bodyPr>
            <a:normAutofit/>
          </a:bodyPr>
          <a:lstStyle/>
          <a:p>
            <a:r>
              <a:rPr lang="en-NZ" dirty="0">
                <a:solidFill>
                  <a:schemeClr val="tx1"/>
                </a:solidFill>
              </a:rPr>
              <a:t>Creational:</a:t>
            </a:r>
          </a:p>
          <a:p>
            <a:pPr marL="285750" indent="-285750">
              <a:buFontTx/>
              <a:buChar char="-"/>
            </a:pPr>
            <a:r>
              <a:rPr lang="en-NZ" dirty="0">
                <a:solidFill>
                  <a:schemeClr val="tx1"/>
                </a:solidFill>
              </a:rPr>
              <a:t>Factory – </a:t>
            </a:r>
            <a:r>
              <a:rPr lang="en-NZ" dirty="0" err="1">
                <a:solidFill>
                  <a:schemeClr val="tx1"/>
                </a:solidFill>
              </a:rPr>
              <a:t>UserFactory</a:t>
            </a:r>
            <a:r>
              <a:rPr lang="en-NZ" dirty="0">
                <a:solidFill>
                  <a:schemeClr val="tx1"/>
                </a:solidFill>
              </a:rPr>
              <a:t> creates correct User subclass based on role, removing direct instantiation</a:t>
            </a:r>
          </a:p>
          <a:p>
            <a:pPr marL="285750" indent="-285750">
              <a:buFontTx/>
              <a:buChar char="-"/>
            </a:pPr>
            <a:r>
              <a:rPr lang="en-NZ" dirty="0">
                <a:solidFill>
                  <a:schemeClr val="tx1"/>
                </a:solidFill>
              </a:rPr>
              <a:t>Singleton – </a:t>
            </a:r>
            <a:r>
              <a:rPr lang="en-NZ" dirty="0" err="1">
                <a:solidFill>
                  <a:schemeClr val="tx1"/>
                </a:solidFill>
              </a:rPr>
              <a:t>BedManager</a:t>
            </a:r>
            <a:r>
              <a:rPr lang="en-NZ" dirty="0">
                <a:solidFill>
                  <a:schemeClr val="tx1"/>
                </a:solidFill>
              </a:rPr>
              <a:t> single instance manages all bed state across all controllers</a:t>
            </a:r>
          </a:p>
          <a:p>
            <a:pPr marL="285750" indent="-285750">
              <a:buFontTx/>
              <a:buChar char="-"/>
            </a:pPr>
            <a:endParaRPr lang="en-NZ" dirty="0">
              <a:solidFill>
                <a:schemeClr val="tx1"/>
              </a:solidFill>
            </a:endParaRPr>
          </a:p>
          <a:p>
            <a:r>
              <a:rPr lang="en-NZ" dirty="0">
                <a:solidFill>
                  <a:schemeClr val="tx1"/>
                </a:solidFill>
              </a:rPr>
              <a:t>Behavioural:</a:t>
            </a:r>
          </a:p>
          <a:p>
            <a:pPr marL="285750" indent="-285750">
              <a:buFontTx/>
              <a:buChar char="-"/>
            </a:pPr>
            <a:r>
              <a:rPr lang="en-NZ" dirty="0">
                <a:solidFill>
                  <a:schemeClr val="tx1"/>
                </a:solidFill>
              </a:rPr>
              <a:t>Observer – </a:t>
            </a:r>
            <a:r>
              <a:rPr lang="en-NZ" dirty="0" err="1">
                <a:solidFill>
                  <a:schemeClr val="tx1"/>
                </a:solidFill>
              </a:rPr>
              <a:t>BedManager</a:t>
            </a:r>
            <a:r>
              <a:rPr lang="en-NZ" dirty="0">
                <a:solidFill>
                  <a:schemeClr val="tx1"/>
                </a:solidFill>
              </a:rPr>
              <a:t> notifies Nurse and </a:t>
            </a:r>
            <a:r>
              <a:rPr lang="en-NZ" dirty="0" err="1">
                <a:solidFill>
                  <a:schemeClr val="tx1"/>
                </a:solidFill>
              </a:rPr>
              <a:t>HospitalManagement</a:t>
            </a:r>
            <a:r>
              <a:rPr lang="en-NZ" dirty="0">
                <a:solidFill>
                  <a:schemeClr val="tx1"/>
                </a:solidFill>
              </a:rPr>
              <a:t> automatically when occupancy changes, implementing FR12 and NFR6</a:t>
            </a:r>
          </a:p>
          <a:p>
            <a:pPr marL="285750" indent="-285750">
              <a:buFontTx/>
              <a:buChar char="-"/>
            </a:pPr>
            <a:r>
              <a:rPr lang="en-NZ" dirty="0">
                <a:solidFill>
                  <a:schemeClr val="tx1"/>
                </a:solidFill>
              </a:rPr>
              <a:t>Strategy – Bed allocation logic selects ward based on ATS category, implementing FR9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B845F3-1FE8-4CEC-126C-8B592A432C13}"/>
              </a:ext>
            </a:extLst>
          </p:cNvPr>
          <p:cNvSpPr txBox="1"/>
          <p:nvPr/>
        </p:nvSpPr>
        <p:spPr>
          <a:xfrm>
            <a:off x="3411611" y="941560"/>
            <a:ext cx="53687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3200" dirty="0"/>
              <a:t>Four </a:t>
            </a:r>
            <a:r>
              <a:rPr lang="en-NZ" sz="3200" dirty="0" err="1"/>
              <a:t>GoF</a:t>
            </a:r>
            <a:r>
              <a:rPr lang="en-NZ" sz="3200" dirty="0"/>
              <a:t> Patterns Applied</a:t>
            </a:r>
          </a:p>
        </p:txBody>
      </p:sp>
    </p:spTree>
    <p:extLst>
      <p:ext uri="{BB962C8B-B14F-4D97-AF65-F5344CB8AC3E}">
        <p14:creationId xmlns:p14="http://schemas.microsoft.com/office/powerpoint/2010/main" val="195294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D0767D-764F-6B8F-12EF-BE70DA55C9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6096000" cy="468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792326-1472-EDCD-AB40-B92A9C75B0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1"/>
            <a:ext cx="6096000" cy="342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FF7F76-5D79-C9DA-3B94-CB59E5260A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729" y="3429000"/>
            <a:ext cx="5709039" cy="27852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39B8AE-E4E3-DCA9-3E72-61F03CBD7D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688001"/>
            <a:ext cx="4523362" cy="18497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CB0CD04-7097-48CE-3623-CAAE4D6D2F19}"/>
              </a:ext>
            </a:extLst>
          </p:cNvPr>
          <p:cNvSpPr txBox="1"/>
          <p:nvPr/>
        </p:nvSpPr>
        <p:spPr>
          <a:xfrm>
            <a:off x="10944109" y="3621274"/>
            <a:ext cx="12478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1500" dirty="0">
                <a:solidFill>
                  <a:schemeClr val="bg1"/>
                </a:solidFill>
              </a:rPr>
              <a:t>Sequence Diagrams: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8FE3BE-23D9-BDE8-6C2E-C3A1A04D5056}"/>
              </a:ext>
            </a:extLst>
          </p:cNvPr>
          <p:cNvSpPr txBox="1"/>
          <p:nvPr/>
        </p:nvSpPr>
        <p:spPr>
          <a:xfrm>
            <a:off x="6938638" y="5475541"/>
            <a:ext cx="525336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400" dirty="0">
                <a:solidFill>
                  <a:schemeClr val="bg1"/>
                </a:solidFill>
              </a:rPr>
              <a:t>Login – Factory Pattern in authentication flow</a:t>
            </a:r>
          </a:p>
          <a:p>
            <a:r>
              <a:rPr lang="en-NZ" sz="1400" dirty="0">
                <a:solidFill>
                  <a:schemeClr val="bg1"/>
                </a:solidFill>
              </a:rPr>
              <a:t>Triage – Observer pattern notification after ATS (not visible)</a:t>
            </a:r>
          </a:p>
          <a:p>
            <a:r>
              <a:rPr lang="en-NZ" sz="1400" dirty="0">
                <a:solidFill>
                  <a:schemeClr val="bg1"/>
                </a:solidFill>
              </a:rPr>
              <a:t>Allocate Bed – Strategy pattern ward selection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76EB8C-03F4-0D60-B04B-E63551732AEE}"/>
              </a:ext>
            </a:extLst>
          </p:cNvPr>
          <p:cNvSpPr txBox="1"/>
          <p:nvPr/>
        </p:nvSpPr>
        <p:spPr>
          <a:xfrm>
            <a:off x="7948939" y="1552918"/>
            <a:ext cx="178927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500" dirty="0">
                <a:solidFill>
                  <a:schemeClr val="bg1"/>
                </a:solidFill>
              </a:rPr>
              <a:t>Activity Diagram: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8567F8-6D87-1386-A839-B5B6F07A0AA8}"/>
              </a:ext>
            </a:extLst>
          </p:cNvPr>
          <p:cNvSpPr txBox="1"/>
          <p:nvPr/>
        </p:nvSpPr>
        <p:spPr>
          <a:xfrm>
            <a:off x="8023584" y="1842509"/>
            <a:ext cx="209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1500" dirty="0">
                <a:solidFill>
                  <a:schemeClr val="bg1"/>
                </a:solidFill>
              </a:rPr>
              <a:t>Patient Registration and Triage – 4 swim lanes, fork node, join node, object nodes and ATS validation loop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EE7550-76E2-502A-CFCB-F9D06F1147B0}"/>
              </a:ext>
            </a:extLst>
          </p:cNvPr>
          <p:cNvSpPr txBox="1"/>
          <p:nvPr/>
        </p:nvSpPr>
        <p:spPr>
          <a:xfrm>
            <a:off x="4662950" y="6221812"/>
            <a:ext cx="716253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500" dirty="0"/>
              <a:t>State Machine:</a:t>
            </a:r>
          </a:p>
          <a:p>
            <a:r>
              <a:rPr lang="en-NZ" sz="1500" dirty="0"/>
              <a:t>- Bed Status – Available, Allocated, Occupied, Pending Discharge lifecycle</a:t>
            </a:r>
          </a:p>
        </p:txBody>
      </p:sp>
    </p:spTree>
    <p:extLst>
      <p:ext uri="{BB962C8B-B14F-4D97-AF65-F5344CB8AC3E}">
        <p14:creationId xmlns:p14="http://schemas.microsoft.com/office/powerpoint/2010/main" val="2725543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2D7D68-2D65-2815-D3F3-4EFC6B50B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738664"/>
            <a:ext cx="12192000" cy="6119336"/>
          </a:xfrm>
        </p:spPr>
        <p:txBody>
          <a:bodyPr>
            <a:normAutofit lnSpcReduction="10000"/>
          </a:bodyPr>
          <a:lstStyle/>
          <a:p>
            <a:r>
              <a:rPr lang="en-NZ" dirty="0">
                <a:solidFill>
                  <a:schemeClr val="bg1"/>
                </a:solidFill>
              </a:rPr>
              <a:t>Tech Stack:</a:t>
            </a:r>
          </a:p>
          <a:p>
            <a:pPr marL="285750" indent="-285750">
              <a:buFontTx/>
              <a:buChar char="-"/>
            </a:pPr>
            <a:r>
              <a:rPr lang="en-NZ" dirty="0">
                <a:solidFill>
                  <a:schemeClr val="bg1"/>
                </a:solidFill>
              </a:rPr>
              <a:t>ASP.NET Core MVC (.NET 9)</a:t>
            </a:r>
          </a:p>
          <a:p>
            <a:pPr marL="285750" indent="-285750">
              <a:buFontTx/>
              <a:buChar char="-"/>
            </a:pPr>
            <a:r>
              <a:rPr lang="en-NZ" dirty="0">
                <a:solidFill>
                  <a:schemeClr val="bg1"/>
                </a:solidFill>
              </a:rPr>
              <a:t>Entity Framework Core</a:t>
            </a:r>
          </a:p>
          <a:p>
            <a:pPr marL="285750" indent="-285750">
              <a:buFontTx/>
              <a:buChar char="-"/>
            </a:pPr>
            <a:r>
              <a:rPr lang="en-NZ" dirty="0">
                <a:solidFill>
                  <a:schemeClr val="bg1"/>
                </a:solidFill>
              </a:rPr>
              <a:t>SQLite database</a:t>
            </a:r>
          </a:p>
          <a:p>
            <a:pPr marL="285750" indent="-285750">
              <a:buFontTx/>
              <a:buChar char="-"/>
            </a:pPr>
            <a:r>
              <a:rPr lang="en-NZ" dirty="0">
                <a:solidFill>
                  <a:schemeClr val="bg1"/>
                </a:solidFill>
              </a:rPr>
              <a:t>Role based session authentication</a:t>
            </a:r>
          </a:p>
          <a:p>
            <a:pPr marL="285750" indent="-285750">
              <a:buFontTx/>
              <a:buChar char="-"/>
            </a:pPr>
            <a:endParaRPr lang="en-NZ" dirty="0">
              <a:solidFill>
                <a:schemeClr val="bg1"/>
              </a:solidFill>
            </a:endParaRPr>
          </a:p>
          <a:p>
            <a:r>
              <a:rPr lang="en-NZ" dirty="0">
                <a:solidFill>
                  <a:schemeClr val="bg1"/>
                </a:solidFill>
              </a:rPr>
              <a:t>Pages Built:</a:t>
            </a:r>
          </a:p>
          <a:p>
            <a:pPr marL="285750" indent="-285750">
              <a:buFontTx/>
              <a:buChar char="-"/>
            </a:pPr>
            <a:r>
              <a:rPr lang="en-NZ" dirty="0">
                <a:solidFill>
                  <a:schemeClr val="bg1"/>
                </a:solidFill>
              </a:rPr>
              <a:t>Login with role based dashboard redirect</a:t>
            </a:r>
          </a:p>
          <a:p>
            <a:pPr marL="285750" indent="-285750">
              <a:buFontTx/>
              <a:buChar char="-"/>
            </a:pPr>
            <a:r>
              <a:rPr lang="en-NZ" dirty="0">
                <a:solidFill>
                  <a:schemeClr val="bg1"/>
                </a:solidFill>
              </a:rPr>
              <a:t>Patient registration and NHI search</a:t>
            </a:r>
          </a:p>
          <a:p>
            <a:pPr marL="285750" indent="-285750">
              <a:buFontTx/>
              <a:buChar char="-"/>
            </a:pPr>
            <a:r>
              <a:rPr lang="en-NZ" dirty="0">
                <a:solidFill>
                  <a:schemeClr val="bg1"/>
                </a:solidFill>
              </a:rPr>
              <a:t>Triage with ATS category validation</a:t>
            </a:r>
          </a:p>
          <a:p>
            <a:pPr marL="285750" indent="-285750">
              <a:buFontTx/>
              <a:buChar char="-"/>
            </a:pPr>
            <a:r>
              <a:rPr lang="en-NZ" dirty="0">
                <a:solidFill>
                  <a:schemeClr val="bg1"/>
                </a:solidFill>
              </a:rPr>
              <a:t>Bed dashboard with colour coded ward grids</a:t>
            </a:r>
          </a:p>
          <a:p>
            <a:pPr marL="285750" indent="-285750">
              <a:buFontTx/>
              <a:buChar char="-"/>
            </a:pPr>
            <a:r>
              <a:rPr lang="en-NZ" dirty="0">
                <a:solidFill>
                  <a:schemeClr val="bg1"/>
                </a:solidFill>
              </a:rPr>
              <a:t>Bed allocation with ward-based strategy</a:t>
            </a:r>
          </a:p>
          <a:p>
            <a:pPr marL="285750" indent="-285750">
              <a:buFontTx/>
              <a:buChar char="-"/>
            </a:pPr>
            <a:r>
              <a:rPr lang="en-NZ" dirty="0">
                <a:solidFill>
                  <a:schemeClr val="bg1"/>
                </a:solidFill>
              </a:rPr>
              <a:t>Discharge with automatic bed status update</a:t>
            </a:r>
          </a:p>
          <a:p>
            <a:pPr marL="285750" indent="-285750">
              <a:buFontTx/>
              <a:buChar char="-"/>
            </a:pPr>
            <a:r>
              <a:rPr lang="en-NZ" dirty="0">
                <a:solidFill>
                  <a:schemeClr val="bg1"/>
                </a:solidFill>
              </a:rPr>
              <a:t>Inter-department handover</a:t>
            </a:r>
          </a:p>
          <a:p>
            <a:pPr marL="285750" indent="-285750">
              <a:buFontTx/>
              <a:buChar char="-"/>
            </a:pPr>
            <a:r>
              <a:rPr lang="en-NZ" dirty="0">
                <a:solidFill>
                  <a:schemeClr val="bg1"/>
                </a:solidFill>
              </a:rPr>
              <a:t>Notifications with acknowledge function</a:t>
            </a:r>
          </a:p>
          <a:p>
            <a:pPr marL="285750" indent="-285750">
              <a:buFontTx/>
              <a:buChar char="-"/>
            </a:pPr>
            <a:r>
              <a:rPr lang="en-NZ" dirty="0">
                <a:solidFill>
                  <a:schemeClr val="bg1"/>
                </a:solidFill>
              </a:rPr>
              <a:t>Diagnosis and treatment plan</a:t>
            </a:r>
          </a:p>
          <a:p>
            <a:endParaRPr lang="en-NZ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603475-8D05-3D2F-397C-B8F6827666A7}"/>
              </a:ext>
            </a:extLst>
          </p:cNvPr>
          <p:cNvSpPr txBox="1"/>
          <p:nvPr/>
        </p:nvSpPr>
        <p:spPr>
          <a:xfrm>
            <a:off x="0" y="0"/>
            <a:ext cx="825578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4200" dirty="0"/>
              <a:t>ASP.NET Core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2598714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9391CE-BBF5-BCCB-5F44-0F6A78BE8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0"/>
            <a:ext cx="6422757" cy="673729"/>
          </a:xfrm>
        </p:spPr>
        <p:txBody>
          <a:bodyPr>
            <a:noAutofit/>
          </a:bodyPr>
          <a:lstStyle/>
          <a:p>
            <a:r>
              <a:rPr lang="en-NZ" sz="4200" dirty="0">
                <a:solidFill>
                  <a:schemeClr val="bg1"/>
                </a:solidFill>
              </a:rPr>
              <a:t>Comparative Analysis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80F10B-92F0-E0E8-BE76-3508B4EEF3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344832"/>
              </p:ext>
            </p:extLst>
          </p:nvPr>
        </p:nvGraphicFramePr>
        <p:xfrm>
          <a:off x="2031999" y="719666"/>
          <a:ext cx="8623929" cy="48663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4643">
                  <a:extLst>
                    <a:ext uri="{9D8B030D-6E8A-4147-A177-3AD203B41FA5}">
                      <a16:colId xmlns:a16="http://schemas.microsoft.com/office/drawing/2014/main" val="1177824924"/>
                    </a:ext>
                  </a:extLst>
                </a:gridCol>
                <a:gridCol w="2874643">
                  <a:extLst>
                    <a:ext uri="{9D8B030D-6E8A-4147-A177-3AD203B41FA5}">
                      <a16:colId xmlns:a16="http://schemas.microsoft.com/office/drawing/2014/main" val="2227696142"/>
                    </a:ext>
                  </a:extLst>
                </a:gridCol>
                <a:gridCol w="2874643">
                  <a:extLst>
                    <a:ext uri="{9D8B030D-6E8A-4147-A177-3AD203B41FA5}">
                      <a16:colId xmlns:a16="http://schemas.microsoft.com/office/drawing/2014/main" val="1922322462"/>
                    </a:ext>
                  </a:extLst>
                </a:gridCol>
              </a:tblGrid>
              <a:tr h="540702">
                <a:tc>
                  <a:txBody>
                    <a:bodyPr/>
                    <a:lstStyle/>
                    <a:p>
                      <a:r>
                        <a:rPr lang="en-NZ" dirty="0"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Phase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504070"/>
                  </a:ext>
                </a:extLst>
              </a:tr>
              <a:tr h="540702">
                <a:tc>
                  <a:txBody>
                    <a:bodyPr/>
                    <a:lstStyle/>
                    <a:p>
                      <a:r>
                        <a:rPr lang="en-NZ" dirty="0"/>
                        <a:t>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7880431"/>
                  </a:ext>
                </a:extLst>
              </a:tr>
              <a:tr h="540702">
                <a:tc>
                  <a:txBody>
                    <a:bodyPr/>
                    <a:lstStyle/>
                    <a:p>
                      <a:r>
                        <a:rPr lang="en-NZ" dirty="0"/>
                        <a:t>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5732451"/>
                  </a:ext>
                </a:extLst>
              </a:tr>
              <a:tr h="540702">
                <a:tc>
                  <a:txBody>
                    <a:bodyPr/>
                    <a:lstStyle/>
                    <a:p>
                      <a:r>
                        <a:rPr lang="en-NZ" dirty="0" err="1"/>
                        <a:t>UpdateBedStatus</a:t>
                      </a:r>
                      <a:endParaRPr lang="en-N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Discharge + Nurse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 err="1"/>
                        <a:t>BedManager</a:t>
                      </a:r>
                      <a:r>
                        <a:rPr lang="en-NZ" dirty="0"/>
                        <a:t>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518374"/>
                  </a:ext>
                </a:extLst>
              </a:tr>
              <a:tr h="540702">
                <a:tc>
                  <a:txBody>
                    <a:bodyPr/>
                    <a:lstStyle/>
                    <a:p>
                      <a:r>
                        <a:rPr lang="en-NZ" dirty="0"/>
                        <a:t>User Creation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Direct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 err="1"/>
                        <a:t>UserFactory</a:t>
                      </a:r>
                      <a:endParaRPr lang="en-N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874457"/>
                  </a:ext>
                </a:extLst>
              </a:tr>
              <a:tr h="540702">
                <a:tc>
                  <a:txBody>
                    <a:bodyPr/>
                    <a:lstStyle/>
                    <a:p>
                      <a:r>
                        <a:rPr lang="en-NZ" dirty="0"/>
                        <a:t>Notifications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 err="1"/>
                        <a:t>Console.Write</a:t>
                      </a:r>
                      <a:endParaRPr lang="en-N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Observer Pattern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779746"/>
                  </a:ext>
                </a:extLst>
              </a:tr>
              <a:tr h="540702">
                <a:tc>
                  <a:txBody>
                    <a:bodyPr/>
                    <a:lstStyle/>
                    <a:p>
                      <a:r>
                        <a:rPr lang="en-NZ" dirty="0"/>
                        <a:t>Bed Allocation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Ward-based Strategy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2125"/>
                  </a:ext>
                </a:extLst>
              </a:tr>
              <a:tr h="540702">
                <a:tc>
                  <a:txBody>
                    <a:bodyPr/>
                    <a:lstStyle/>
                    <a:p>
                      <a:r>
                        <a:rPr lang="en-NZ" dirty="0"/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SQLite via EF 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2224979"/>
                  </a:ext>
                </a:extLst>
              </a:tr>
              <a:tr h="540702">
                <a:tc>
                  <a:txBody>
                    <a:bodyPr/>
                    <a:lstStyle/>
                    <a:p>
                      <a:r>
                        <a:rPr lang="en-NZ" dirty="0"/>
                        <a:t>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Console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ASP.NET Core web app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504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4461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7A63F-A6B4-FE22-B9FF-B3F647F64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0"/>
            <a:ext cx="9844967" cy="769545"/>
          </a:xfrm>
        </p:spPr>
        <p:txBody>
          <a:bodyPr>
            <a:normAutofit/>
          </a:bodyPr>
          <a:lstStyle/>
          <a:p>
            <a:r>
              <a:rPr lang="en-NZ" sz="4200" dirty="0">
                <a:solidFill>
                  <a:schemeClr val="bg1"/>
                </a:solidFill>
              </a:rPr>
              <a:t>Honest Reflection – Known Limitations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D1738E-790B-22E5-35CE-F33B9BEC5E08}"/>
              </a:ext>
            </a:extLst>
          </p:cNvPr>
          <p:cNvSpPr txBox="1"/>
          <p:nvPr/>
        </p:nvSpPr>
        <p:spPr>
          <a:xfrm>
            <a:off x="0" y="769545"/>
            <a:ext cx="11865749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Implementation gaps:</a:t>
            </a:r>
          </a:p>
          <a:p>
            <a:pPr marL="285750" indent="-285750">
              <a:buFontTx/>
              <a:buChar char="-"/>
            </a:pPr>
            <a:r>
              <a:rPr lang="en-NZ" dirty="0">
                <a:solidFill>
                  <a:schemeClr val="bg1"/>
                </a:solidFill>
              </a:rPr>
              <a:t>Allocated and </a:t>
            </a:r>
            <a:r>
              <a:rPr lang="en-NZ" dirty="0" err="1">
                <a:solidFill>
                  <a:schemeClr val="bg1"/>
                </a:solidFill>
              </a:rPr>
              <a:t>PendingDischarge</a:t>
            </a:r>
            <a:r>
              <a:rPr lang="en-NZ" dirty="0">
                <a:solidFill>
                  <a:schemeClr val="bg1"/>
                </a:solidFill>
              </a:rPr>
              <a:t> bed states exist in UML – code implements Available and Occupied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NZ" dirty="0">
                <a:solidFill>
                  <a:schemeClr val="bg1"/>
                </a:solidFill>
                <a:sym typeface="Wingdings" panose="05000000000000000000" pitchFamily="2" charset="2"/>
              </a:rPr>
              <a:t>Planned for Phase 3</a:t>
            </a:r>
          </a:p>
          <a:p>
            <a:pPr marL="285750" indent="-285750">
              <a:buFontTx/>
              <a:buChar char="-"/>
            </a:pPr>
            <a:r>
              <a:rPr lang="en-NZ" dirty="0">
                <a:solidFill>
                  <a:schemeClr val="bg1"/>
                </a:solidFill>
                <a:sym typeface="Wingdings" panose="05000000000000000000" pitchFamily="2" charset="2"/>
              </a:rPr>
              <a:t>Strategy selection logic in </a:t>
            </a:r>
            <a:r>
              <a:rPr lang="en-NZ" dirty="0" err="1">
                <a:solidFill>
                  <a:schemeClr val="bg1"/>
                </a:solidFill>
                <a:sym typeface="Wingdings" panose="05000000000000000000" pitchFamily="2" charset="2"/>
              </a:rPr>
              <a:t>BedController</a:t>
            </a:r>
            <a:r>
              <a:rPr lang="en-NZ" dirty="0">
                <a:solidFill>
                  <a:schemeClr val="bg1"/>
                </a:solidFill>
                <a:sym typeface="Wingdings" panose="05000000000000000000" pitchFamily="2" charset="2"/>
              </a:rPr>
              <a:t> rather than fully encapsulated in </a:t>
            </a:r>
            <a:r>
              <a:rPr lang="en-NZ" dirty="0" err="1">
                <a:solidFill>
                  <a:schemeClr val="bg1"/>
                </a:solidFill>
                <a:sym typeface="Wingdings" panose="05000000000000000000" pitchFamily="2" charset="2"/>
              </a:rPr>
              <a:t>BedManager</a:t>
            </a:r>
            <a:endParaRPr lang="en-NZ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NZ" dirty="0">
                <a:solidFill>
                  <a:schemeClr val="bg1"/>
                </a:solidFill>
                <a:sym typeface="Wingdings" panose="05000000000000000000" pitchFamily="2" charset="2"/>
              </a:rPr>
              <a:t>Pragmatic deviation due to framework constraints</a:t>
            </a:r>
          </a:p>
          <a:p>
            <a:pPr marL="285750" indent="-285750">
              <a:buFontTx/>
              <a:buChar char="-"/>
            </a:pPr>
            <a:r>
              <a:rPr lang="en-NZ" dirty="0">
                <a:solidFill>
                  <a:schemeClr val="bg1"/>
                </a:solidFill>
                <a:sym typeface="Wingdings" panose="05000000000000000000" pitchFamily="2" charset="2"/>
              </a:rPr>
              <a:t>Plain text passwords – </a:t>
            </a:r>
            <a:r>
              <a:rPr lang="en-NZ" dirty="0" err="1">
                <a:solidFill>
                  <a:schemeClr val="bg1"/>
                </a:solidFill>
                <a:sym typeface="Wingdings" panose="05000000000000000000" pitchFamily="2" charset="2"/>
              </a:rPr>
              <a:t>BCrypt</a:t>
            </a:r>
            <a:r>
              <a:rPr lang="en-NZ" dirty="0">
                <a:solidFill>
                  <a:schemeClr val="bg1"/>
                </a:solidFill>
                <a:sym typeface="Wingdings" panose="05000000000000000000" pitchFamily="2" charset="2"/>
              </a:rPr>
              <a:t> hashing planned</a:t>
            </a:r>
          </a:p>
          <a:p>
            <a:pPr marL="285750" indent="-285750">
              <a:buFontTx/>
              <a:buChar char="-"/>
            </a:pPr>
            <a:r>
              <a:rPr lang="en-NZ" dirty="0">
                <a:solidFill>
                  <a:schemeClr val="bg1"/>
                </a:solidFill>
              </a:rPr>
              <a:t>SQLite locally – MySQL blocked off campus, migration ready for on campus deployment</a:t>
            </a:r>
          </a:p>
          <a:p>
            <a:pPr marL="285750" indent="-285750">
              <a:buFontTx/>
              <a:buChar char="-"/>
            </a:pPr>
            <a:r>
              <a:rPr lang="en-NZ" dirty="0" err="1">
                <a:solidFill>
                  <a:schemeClr val="bg1"/>
                </a:solidFill>
              </a:rPr>
              <a:t>BedManager</a:t>
            </a:r>
            <a:r>
              <a:rPr lang="en-NZ" dirty="0">
                <a:solidFill>
                  <a:schemeClr val="bg1"/>
                </a:solidFill>
              </a:rPr>
              <a:t> Singleton outside ASP.NET Core DI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NZ" dirty="0">
                <a:solidFill>
                  <a:schemeClr val="bg1"/>
                </a:solidFill>
                <a:sym typeface="Wingdings" panose="05000000000000000000" pitchFamily="2" charset="2"/>
              </a:rPr>
              <a:t>Acknowledged trade-off, </a:t>
            </a:r>
            <a:r>
              <a:rPr lang="en-NZ" dirty="0" err="1">
                <a:solidFill>
                  <a:schemeClr val="bg1"/>
                </a:solidFill>
                <a:sym typeface="Wingdings" panose="05000000000000000000" pitchFamily="2" charset="2"/>
              </a:rPr>
              <a:t>xUnit</a:t>
            </a:r>
            <a:r>
              <a:rPr lang="en-NZ" dirty="0">
                <a:solidFill>
                  <a:schemeClr val="bg1"/>
                </a:solidFill>
                <a:sym typeface="Wingdings" panose="05000000000000000000" pitchFamily="2" charset="2"/>
              </a:rPr>
              <a:t> refactor planned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NZ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r>
              <a:rPr lang="en-NZ" dirty="0">
                <a:solidFill>
                  <a:schemeClr val="bg1"/>
                </a:solidFill>
                <a:sym typeface="Wingdings" panose="05000000000000000000" pitchFamily="2" charset="2"/>
              </a:rPr>
              <a:t>Phase 3 Improvements:</a:t>
            </a:r>
          </a:p>
          <a:p>
            <a:pPr marL="285750" indent="-285750">
              <a:buFontTx/>
              <a:buChar char="-"/>
            </a:pPr>
            <a:r>
              <a:rPr lang="en-NZ" dirty="0">
                <a:solidFill>
                  <a:schemeClr val="bg1"/>
                </a:solidFill>
                <a:sym typeface="Wingdings" panose="05000000000000000000" pitchFamily="2" charset="2"/>
              </a:rPr>
              <a:t>Full bed state implementation</a:t>
            </a:r>
          </a:p>
          <a:p>
            <a:pPr marL="285750" indent="-285750">
              <a:buFontTx/>
              <a:buChar char="-"/>
            </a:pPr>
            <a:r>
              <a:rPr lang="en-NZ" dirty="0" err="1">
                <a:solidFill>
                  <a:schemeClr val="bg1"/>
                </a:solidFill>
                <a:sym typeface="Wingdings" panose="05000000000000000000" pitchFamily="2" charset="2"/>
              </a:rPr>
              <a:t>BCrypt</a:t>
            </a:r>
            <a:r>
              <a:rPr lang="en-NZ" dirty="0">
                <a:solidFill>
                  <a:schemeClr val="bg1"/>
                </a:solidFill>
                <a:sym typeface="Wingdings" panose="05000000000000000000" pitchFamily="2" charset="2"/>
              </a:rPr>
              <a:t> authentication</a:t>
            </a:r>
          </a:p>
          <a:p>
            <a:pPr marL="285750" indent="-285750">
              <a:buFontTx/>
              <a:buChar char="-"/>
            </a:pPr>
            <a:r>
              <a:rPr lang="en-NZ" dirty="0" err="1">
                <a:solidFill>
                  <a:schemeClr val="bg1"/>
                </a:solidFill>
                <a:sym typeface="Wingdings" panose="05000000000000000000" pitchFamily="2" charset="2"/>
              </a:rPr>
              <a:t>BedManager</a:t>
            </a:r>
            <a:r>
              <a:rPr lang="en-NZ" dirty="0">
                <a:solidFill>
                  <a:schemeClr val="bg1"/>
                </a:solidFill>
                <a:sym typeface="Wingdings" panose="05000000000000000000" pitchFamily="2" charset="2"/>
              </a:rPr>
              <a:t> in DI container</a:t>
            </a:r>
          </a:p>
          <a:p>
            <a:pPr marL="285750" indent="-285750">
              <a:buFontTx/>
              <a:buChar char="-"/>
            </a:pPr>
            <a:r>
              <a:rPr lang="en-NZ" dirty="0">
                <a:solidFill>
                  <a:schemeClr val="bg1"/>
                </a:solidFill>
                <a:sym typeface="Wingdings" panose="05000000000000000000" pitchFamily="2" charset="2"/>
              </a:rPr>
              <a:t>Formal foreign key relationships</a:t>
            </a:r>
          </a:p>
          <a:p>
            <a:pPr marL="285750" indent="-285750">
              <a:buFontTx/>
              <a:buChar char="-"/>
            </a:pPr>
            <a:r>
              <a:rPr lang="en-NZ" dirty="0">
                <a:solidFill>
                  <a:schemeClr val="bg1"/>
                </a:solidFill>
                <a:sym typeface="Wingdings" panose="05000000000000000000" pitchFamily="2" charset="2"/>
              </a:rPr>
              <a:t>Audit logging </a:t>
            </a:r>
            <a:r>
              <a:rPr lang="en-NZ">
                <a:solidFill>
                  <a:schemeClr val="bg1"/>
                </a:solidFill>
                <a:sym typeface="Wingdings" panose="05000000000000000000" pitchFamily="2" charset="2"/>
              </a:rPr>
              <a:t>for NFR3</a:t>
            </a:r>
          </a:p>
          <a:p>
            <a:pPr marL="285750" indent="-285750">
              <a:buFontTx/>
              <a:buChar char="-"/>
            </a:pPr>
            <a:endParaRPr lang="en-NZ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2792086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B47BDA5E8A2C49946D567AFA80567E" ma:contentTypeVersion="11" ma:contentTypeDescription="Create a new document." ma:contentTypeScope="" ma:versionID="53cee6d94ea6d909d5837cbfa1632b28">
  <xsd:schema xmlns:xsd="http://www.w3.org/2001/XMLSchema" xmlns:xs="http://www.w3.org/2001/XMLSchema" xmlns:p="http://schemas.microsoft.com/office/2006/metadata/properties" xmlns:ns3="a18d056f-ee29-4dfb-a0af-bba87fbc74d0" targetNamespace="http://schemas.microsoft.com/office/2006/metadata/properties" ma:root="true" ma:fieldsID="32340d5f81073348c6bb0ebe5bd7fd51" ns3:_="">
    <xsd:import namespace="a18d056f-ee29-4dfb-a0af-bba87fbc74d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8d056f-ee29-4dfb-a0af-bba87fbc74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18d056f-ee29-4dfb-a0af-bba87fbc74d0" xsi:nil="true"/>
  </documentManagement>
</p:properties>
</file>

<file path=customXml/itemProps1.xml><?xml version="1.0" encoding="utf-8"?>
<ds:datastoreItem xmlns:ds="http://schemas.openxmlformats.org/officeDocument/2006/customXml" ds:itemID="{686F3FDA-AB48-4A90-9545-6AD3BB48B6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8d056f-ee29-4dfb-a0af-bba87fbc74d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31A7FB9-6266-4FAC-BEE0-89672C0C95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36EE538-6C0D-4257-AE36-11E17B8A93D2}">
  <ds:schemaRefs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purl.org/dc/dcmitype/"/>
    <ds:schemaRef ds:uri="http://schemas.microsoft.com/office/2006/metadata/properties"/>
    <ds:schemaRef ds:uri="a18d056f-ee29-4dfb-a0af-bba87fbc74d0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104</TotalTime>
  <Words>517</Words>
  <Application>Microsoft Office PowerPoint</Application>
  <PresentationFormat>Widescreen</PresentationFormat>
  <Paragraphs>105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Century Gothic</vt:lpstr>
      <vt:lpstr>Wingdings</vt:lpstr>
      <vt:lpstr>Wingdings 3</vt:lpstr>
      <vt:lpstr>Slice</vt:lpstr>
      <vt:lpstr>PATBMS – Phase 2</vt:lpstr>
      <vt:lpstr>What phase 2 addressed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Yaacoub Abou Chlih</dc:creator>
  <cp:lastModifiedBy>Mohammed Yaacoub Abou Chlih</cp:lastModifiedBy>
  <cp:revision>1</cp:revision>
  <dcterms:created xsi:type="dcterms:W3CDTF">2026-05-30T02:46:34Z</dcterms:created>
  <dcterms:modified xsi:type="dcterms:W3CDTF">2026-05-30T04:31:12Z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0x010100C7B47BDA5E8A2C49946D567AFA80567E</vt:lpwstr>
  </property>
</Properties>
</file>